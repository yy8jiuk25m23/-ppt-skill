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04ea6c46e40b0" /><Relationship Type="http://schemas.openxmlformats.org/officeDocument/2006/relationships/extended-properties" Target="/docProps/app.xml" Id="R67c5b45f0ea9499b" /><Relationship Type="http://schemas.openxmlformats.org/officeDocument/2006/relationships/officeDocument" Target="/ppt/presentation.xml" Id="Rb847187661ad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de0ac289f5474f"/>
  </p:sldMasterIdLst>
  <p:notesMasterIdLst>
    <p:notesMasterId xmlns:r="http://schemas.openxmlformats.org/officeDocument/2006/relationships" r:id="R73899b3d8c654449"/>
  </p:notesMasterIdLst>
  <p:sldIdLst>
    <p:sldId xmlns:r="http://schemas.openxmlformats.org/officeDocument/2006/relationships" id="256" r:id="Rae8c2ed15a4f4172"/>
    <p:sldId xmlns:r="http://schemas.openxmlformats.org/officeDocument/2006/relationships" id="257" r:id="R858b134f5f20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cd8b0b2364819" /><Relationship Type="http://schemas.openxmlformats.org/officeDocument/2006/relationships/slideMaster" Target="/ppt/slideMasters/slideMaster1.xml" Id="R89de0ac289f5474f" /><Relationship Type="http://schemas.openxmlformats.org/officeDocument/2006/relationships/notesMaster" Target="/ppt/notesMasters/notesMaster1.xml" Id="R73899b3d8c654449" /><Relationship Type="http://schemas.openxmlformats.org/officeDocument/2006/relationships/presProps" Target="/ppt/presProps.xml" Id="R43521149f5cc436c" /><Relationship Type="http://schemas.openxmlformats.org/officeDocument/2006/relationships/tableStyles" Target="/ppt/tableStyles.xml" Id="R0d7bf9bc696d4927" /><Relationship Type="http://schemas.openxmlformats.org/officeDocument/2006/relationships/slide" Target="/ppt/slides/slide1.xml" Id="Rae8c2ed15a4f4172" /><Relationship Type="http://schemas.openxmlformats.org/officeDocument/2006/relationships/slide" Target="/ppt/slides/slide2.xml" Id="R858b134f5f20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0ea54612bc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94e5553e194c0e" /><Relationship Type="http://schemas.openxmlformats.org/officeDocument/2006/relationships/notesMaster" Target="/ppt/notesMasters/notesMaster1.xml" Id="R76300417d2e7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40adc25b0443e" /><Relationship Type="http://schemas.openxmlformats.org/officeDocument/2006/relationships/notesMaster" Target="/ppt/notesMasters/notesMaster1.xml" Id="Rc49ec64775564b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bab3445e042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ae31daf324a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26f3998594e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e417587d843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59aa8a63e41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e2ea4b89c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70458D-08C9-401E-B3B6-2E4C0F722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963430-E317-406C-B17B-3BB3E333BD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1D1A65-D48D-4E17-B979-CDB3ED898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1DF9E1-2EFE-4B96-8E01-C02B72335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0AA5FF-AB4E-47AA-8328-C0CD582C94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CEB522-D5BC-4AAE-8B66-1A69D2705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13A53B-F220-47D0-9B9A-2A390F899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745130-62A0-4071-BEC3-D6EA83B339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EB987-8BFA-4B13-B481-34EEEAEB9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57A36C-E158-493D-B58B-1E5720131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39f8793bb54e24" /><Relationship Type="http://schemas.openxmlformats.org/officeDocument/2006/relationships/slideLayout" Target="/ppt/slideLayouts/slideLayout1.xml" Id="Rcf3eb7b660fd4986" /><Relationship Type="http://schemas.openxmlformats.org/officeDocument/2006/relationships/slideLayout" Target="/ppt/slideLayouts/slideLayout2.xml" Id="R395abea46ea44861" /><Relationship Type="http://schemas.openxmlformats.org/officeDocument/2006/relationships/slideLayout" Target="/ppt/slideLayouts/slideLayout3.xml" Id="R9e915c5a764845ad" /><Relationship Type="http://schemas.openxmlformats.org/officeDocument/2006/relationships/slideLayout" Target="/ppt/slideLayouts/slideLayout4.xml" Id="R47f02e76975c453f" /><Relationship Type="http://schemas.openxmlformats.org/officeDocument/2006/relationships/slideLayout" Target="/ppt/slideLayouts/slideLayout5.xml" Id="Rddfc113058c843bc" /><Relationship Type="http://schemas.openxmlformats.org/officeDocument/2006/relationships/slideLayout" Target="/ppt/slideLayouts/slideLayout6.xml" Id="R54622a70315c4e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3eb7b660fd4986"/>
    <p:sldLayoutId xmlns:r="http://schemas.openxmlformats.org/officeDocument/2006/relationships" id="2147483650" r:id="R395abea46ea44861"/>
    <p:sldLayoutId xmlns:r="http://schemas.openxmlformats.org/officeDocument/2006/relationships" id="2147483651" r:id="R9e915c5a764845ad"/>
    <p:sldLayoutId xmlns:r="http://schemas.openxmlformats.org/officeDocument/2006/relationships" id="2147483652" r:id="R47f02e76975c453f"/>
    <p:sldLayoutId xmlns:r="http://schemas.openxmlformats.org/officeDocument/2006/relationships" id="2147483653" r:id="Rddfc113058c843bc"/>
    <p:sldLayoutId xmlns:r="http://schemas.openxmlformats.org/officeDocument/2006/relationships" id="2147483654" r:id="R54622a70315c4e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55863efab4c9e" /><Relationship Type="http://schemas.openxmlformats.org/officeDocument/2006/relationships/notesSlide" Target="/ppt/notesSlides/notesSlide1.xml" Id="Rcea76048603b4c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3303d7eac455e" /><Relationship Type="http://schemas.openxmlformats.org/officeDocument/2006/relationships/notesSlide" Target="/ppt/notesSlides/notesSlide2.xml" Id="R1e74f6f28b56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text-Monosaccharides-1">
            <a:extLst xmlns:a="http://schemas.openxmlformats.org/drawingml/2006/main">
              <a:ext uri="{FF2B5EF4-FFF2-40B4-BE49-F238E27FC236}">
                <a16:creationId xmlns:a16="http://schemas.microsoft.com/office/drawing/2014/main" id="{95EBF4C4-B94C-4449-AD39-019B91B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" y="1173175"/>
            <a:ext cx="2133600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Monosaccharides</a:t>
            </a:r>
          </a:p>
        </p:txBody>
      </p:sp>
      <p:sp>
        <p:nvSpPr>
          <p:cNvPr id="2" name="text-Reference-based MS/MS schematic-2">
            <a:extLst xmlns:a="http://schemas.openxmlformats.org/drawingml/2006/main">
              <a:ext uri="{FF2B5EF4-FFF2-40B4-BE49-F238E27FC236}">
                <a16:creationId xmlns:a16="http://schemas.microsoft.com/office/drawing/2014/main" id="{31D1D088-DCF1-463F-87B6-E3D4957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343"/>
            <a:ext cx="2533650" cy="14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8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Reference-based MS/MS schematic</a:t>
            </a:r>
          </a:p>
        </p:txBody>
      </p:sp>
      <p:sp>
        <p:nvSpPr>
          <p:cNvPr id="3" name="text-NAH derivatives-3">
            <a:extLst xmlns:a="http://schemas.openxmlformats.org/drawingml/2006/main">
              <a:ext uri="{FF2B5EF4-FFF2-40B4-BE49-F238E27FC236}">
                <a16:creationId xmlns:a16="http://schemas.microsoft.com/office/drawing/2014/main" id="{4798FE55-314D-4A1B-A85E-C8C160E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983" y="1173175"/>
            <a:ext cx="2000250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NAH derivatives</a:t>
            </a:r>
          </a:p>
        </p:txBody>
      </p:sp>
      <p:sp>
        <p:nvSpPr>
          <p:cNvPr id="4" name="text-Reference diagnostic ions-4">
            <a:extLst xmlns:a="http://schemas.openxmlformats.org/drawingml/2006/main">
              <a:ext uri="{FF2B5EF4-FFF2-40B4-BE49-F238E27FC236}">
                <a16:creationId xmlns:a16="http://schemas.microsoft.com/office/drawing/2014/main" id="{8C51A22A-FBB9-40E0-94C4-F2FF1766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1173175"/>
            <a:ext cx="2867025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Reference diagnostic ions</a:t>
            </a:r>
          </a:p>
        </p:txBody>
      </p:sp>
      <p:sp>
        <p:nvSpPr>
          <p:cNvPr id="5" name="bond-5">
            <a:extLst xmlns:a="http://schemas.openxmlformats.org/drawingml/2006/main">
              <a:ext uri="{FF2B5EF4-FFF2-40B4-BE49-F238E27FC236}">
                <a16:creationId xmlns:a16="http://schemas.microsoft.com/office/drawing/2014/main" id="{5482731C-73DF-46DD-A724-4CDAEA96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8" y="2425065"/>
            <a:ext cx="153353" cy="86678"/>
          </a:xfrm>
          <a:custGeom xmlns:a="http://schemas.openxmlformats.org/drawingml/2006/main">
            <a:pathLst>
              <a:path w="153353" h="86678">
                <a:moveTo>
                  <a:pt x="0" y="0"/>
                </a:moveTo>
                <a:lnTo>
                  <a:pt x="153353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" name="bond-6">
            <a:extLst xmlns:a="http://schemas.openxmlformats.org/drawingml/2006/main">
              <a:ext uri="{FF2B5EF4-FFF2-40B4-BE49-F238E27FC236}">
                <a16:creationId xmlns:a16="http://schemas.microsoft.com/office/drawing/2014/main" id="{35CFB9D7-CE96-4BFD-BC65-01C40B0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9839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113347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" name="bond-7">
            <a:extLst xmlns:a="http://schemas.openxmlformats.org/drawingml/2006/main">
              <a:ext uri="{FF2B5EF4-FFF2-40B4-BE49-F238E27FC236}">
                <a16:creationId xmlns:a16="http://schemas.microsoft.com/office/drawing/2014/main" id="{054C22BB-33B8-4487-8BEB-7F8ACDA3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" y="239839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" name="bond-8">
            <a:extLst xmlns:a="http://schemas.openxmlformats.org/drawingml/2006/main">
              <a:ext uri="{FF2B5EF4-FFF2-40B4-BE49-F238E27FC236}">
                <a16:creationId xmlns:a16="http://schemas.microsoft.com/office/drawing/2014/main" id="{97BB8F58-9A2C-4765-B0A0-17131BD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2" y="239839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113347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" name="bond-9">
            <a:extLst xmlns:a="http://schemas.openxmlformats.org/drawingml/2006/main">
              <a:ext uri="{FF2B5EF4-FFF2-40B4-BE49-F238E27FC236}">
                <a16:creationId xmlns:a16="http://schemas.microsoft.com/office/drawing/2014/main" id="{4E815353-23A3-426C-AA27-BFCD755A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39839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0"/>
                </a:moveTo>
                <a:lnTo>
                  <a:pt x="193357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" name="bond-10">
            <a:extLst xmlns:a="http://schemas.openxmlformats.org/drawingml/2006/main">
              <a:ext uri="{FF2B5EF4-FFF2-40B4-BE49-F238E27FC236}">
                <a16:creationId xmlns:a16="http://schemas.microsoft.com/office/drawing/2014/main" id="{C58BE7AE-54D7-4FDC-BEFF-1FE2CFA9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" y="221170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" name="text-OH-11">
            <a:extLst xmlns:a="http://schemas.openxmlformats.org/drawingml/2006/main">
              <a:ext uri="{FF2B5EF4-FFF2-40B4-BE49-F238E27FC236}">
                <a16:creationId xmlns:a16="http://schemas.microsoft.com/office/drawing/2014/main" id="{147084C7-18A2-4A46-8A42-1BCDBF91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21044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2" name="bond-12">
            <a:extLst xmlns:a="http://schemas.openxmlformats.org/drawingml/2006/main">
              <a:ext uri="{FF2B5EF4-FFF2-40B4-BE49-F238E27FC236}">
                <a16:creationId xmlns:a16="http://schemas.microsoft.com/office/drawing/2014/main" id="{D16A4C62-F895-48F8-93C1-4DD71A9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2" y="2511743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" name="text-OH-13">
            <a:extLst xmlns:a="http://schemas.openxmlformats.org/drawingml/2006/main">
              <a:ext uri="{FF2B5EF4-FFF2-40B4-BE49-F238E27FC236}">
                <a16:creationId xmlns:a16="http://schemas.microsoft.com/office/drawing/2014/main" id="{AD7F0DB4-43DB-4C3B-9D4C-478C1D2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" y="268456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4" name="bond-14">
            <a:extLst xmlns:a="http://schemas.openxmlformats.org/drawingml/2006/main">
              <a:ext uri="{FF2B5EF4-FFF2-40B4-BE49-F238E27FC236}">
                <a16:creationId xmlns:a16="http://schemas.microsoft.com/office/drawing/2014/main" id="{F72B8BE6-8DFE-45DA-A7E8-601E18E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21170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" name="text-OH-15">
            <a:extLst xmlns:a="http://schemas.openxmlformats.org/drawingml/2006/main">
              <a:ext uri="{FF2B5EF4-FFF2-40B4-BE49-F238E27FC236}">
                <a16:creationId xmlns:a16="http://schemas.microsoft.com/office/drawing/2014/main" id="{07935AB3-7DD9-433D-A5A2-FEB8B06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21044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" name="bond-16">
            <a:extLst xmlns:a="http://schemas.openxmlformats.org/drawingml/2006/main">
              <a:ext uri="{FF2B5EF4-FFF2-40B4-BE49-F238E27FC236}">
                <a16:creationId xmlns:a16="http://schemas.microsoft.com/office/drawing/2014/main" id="{0842C14F-2E44-42EA-ADC1-434852ED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98" y="2511743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" name="text-OH-17">
            <a:extLst xmlns:a="http://schemas.openxmlformats.org/drawingml/2006/main">
              <a:ext uri="{FF2B5EF4-FFF2-40B4-BE49-F238E27FC236}">
                <a16:creationId xmlns:a16="http://schemas.microsoft.com/office/drawing/2014/main" id="{E12357E3-2351-46F8-BDDB-5045D14A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8456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8" name="text-HO-18">
            <a:extLst xmlns:a="http://schemas.openxmlformats.org/drawingml/2006/main">
              <a:ext uri="{FF2B5EF4-FFF2-40B4-BE49-F238E27FC236}">
                <a16:creationId xmlns:a16="http://schemas.microsoft.com/office/drawing/2014/main" id="{18380A21-2A64-446B-8409-C56F6863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3" y="23378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9" name="bond-19">
            <a:extLst xmlns:a="http://schemas.openxmlformats.org/drawingml/2006/main">
              <a:ext uri="{FF2B5EF4-FFF2-40B4-BE49-F238E27FC236}">
                <a16:creationId xmlns:a16="http://schemas.microsoft.com/office/drawing/2014/main" id="{F3D2276A-665D-486B-A12E-E901963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98" y="239839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" name="bond-20">
            <a:extLst xmlns:a="http://schemas.openxmlformats.org/drawingml/2006/main">
              <a:ext uri="{FF2B5EF4-FFF2-40B4-BE49-F238E27FC236}">
                <a16:creationId xmlns:a16="http://schemas.microsoft.com/office/drawing/2014/main" id="{39CB2DA3-E4C6-4D57-A21E-77C3FE0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862" y="2409830"/>
            <a:ext cx="133350" cy="80010"/>
          </a:xfrm>
          <a:custGeom xmlns:a="http://schemas.openxmlformats.org/drawingml/2006/main">
            <a:pathLst>
              <a:path w="133350" h="80010">
                <a:moveTo>
                  <a:pt x="0" y="0"/>
                </a:moveTo>
                <a:lnTo>
                  <a:pt x="13335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21" name="bond-21">
            <a:extLst xmlns:a="http://schemas.openxmlformats.org/drawingml/2006/main">
              <a:ext uri="{FF2B5EF4-FFF2-40B4-BE49-F238E27FC236}">
                <a16:creationId xmlns:a16="http://schemas.microsoft.com/office/drawing/2014/main" id="{326A7041-0A45-4072-A5DE-4C5E20E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583" y="2386960"/>
            <a:ext cx="133350" cy="80010"/>
          </a:xfrm>
          <a:custGeom xmlns:a="http://schemas.openxmlformats.org/drawingml/2006/main">
            <a:pathLst>
              <a:path w="133350" h="80010">
                <a:moveTo>
                  <a:pt x="0" y="0"/>
                </a:moveTo>
                <a:lnTo>
                  <a:pt x="13335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22" name="text-O-22">
            <a:extLst xmlns:a="http://schemas.openxmlformats.org/drawingml/2006/main">
              <a:ext uri="{FF2B5EF4-FFF2-40B4-BE49-F238E27FC236}">
                <a16:creationId xmlns:a16="http://schemas.microsoft.com/office/drawing/2014/main" id="{750BF381-8CDA-4C3F-9F94-7896BC8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46453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4E4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4E4AFF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4E4A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" name="text-Aldohexose-23">
            <a:extLst xmlns:a="http://schemas.openxmlformats.org/drawingml/2006/main">
              <a:ext uri="{FF2B5EF4-FFF2-40B4-BE49-F238E27FC236}">
                <a16:creationId xmlns:a16="http://schemas.microsoft.com/office/drawing/2014/main" id="{FD4D4C7A-A24D-491B-969D-686E7B7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797"/>
            <a:ext cx="14668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Aldohexose</a:t>
            </a:r>
          </a:p>
        </p:txBody>
      </p:sp>
      <p:sp>
        <p:nvSpPr>
          <p:cNvPr id="24" name="bond-24">
            <a:extLst xmlns:a="http://schemas.openxmlformats.org/drawingml/2006/main">
              <a:ext uri="{FF2B5EF4-FFF2-40B4-BE49-F238E27FC236}">
                <a16:creationId xmlns:a16="http://schemas.microsoft.com/office/drawing/2014/main" id="{463480F4-D996-4AD7-B31F-75D2E223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473" y="2458402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5" name="bond-25">
            <a:extLst xmlns:a="http://schemas.openxmlformats.org/drawingml/2006/main">
              <a:ext uri="{FF2B5EF4-FFF2-40B4-BE49-F238E27FC236}">
                <a16:creationId xmlns:a16="http://schemas.microsoft.com/office/drawing/2014/main" id="{18BD45CF-25F8-4CB6-BBF1-6700851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11730"/>
            <a:ext cx="73343" cy="46672"/>
          </a:xfrm>
          <a:custGeom xmlns:a="http://schemas.openxmlformats.org/drawingml/2006/main">
            <a:pathLst>
              <a:path w="73343" h="46672">
                <a:moveTo>
                  <a:pt x="0" y="0"/>
                </a:moveTo>
                <a:lnTo>
                  <a:pt x="73343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6" name="bond-26">
            <a:extLst xmlns:a="http://schemas.openxmlformats.org/drawingml/2006/main">
              <a:ext uri="{FF2B5EF4-FFF2-40B4-BE49-F238E27FC236}">
                <a16:creationId xmlns:a16="http://schemas.microsoft.com/office/drawing/2014/main" id="{12E48C74-2176-48E1-8053-A4BDA90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58402"/>
            <a:ext cx="73343" cy="46673"/>
          </a:xfrm>
          <a:custGeom xmlns:a="http://schemas.openxmlformats.org/drawingml/2006/main">
            <a:pathLst>
              <a:path w="73343" h="46673">
                <a:moveTo>
                  <a:pt x="0" y="46673"/>
                </a:moveTo>
                <a:lnTo>
                  <a:pt x="73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7" name="text-NAH-27">
            <a:extLst xmlns:a="http://schemas.openxmlformats.org/drawingml/2006/main">
              <a:ext uri="{FF2B5EF4-FFF2-40B4-BE49-F238E27FC236}">
                <a16:creationId xmlns:a16="http://schemas.microsoft.com/office/drawing/2014/main" id="{59836904-BF93-48A2-A585-B06CB29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32" y="2254910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NAH</a:t>
            </a:r>
          </a:p>
        </p:txBody>
      </p:sp>
      <p:sp>
        <p:nvSpPr>
          <p:cNvPr id="28" name="text-derivatization-28">
            <a:extLst xmlns:a="http://schemas.openxmlformats.org/drawingml/2006/main">
              <a:ext uri="{FF2B5EF4-FFF2-40B4-BE49-F238E27FC236}">
                <a16:creationId xmlns:a16="http://schemas.microsoft.com/office/drawing/2014/main" id="{67F9C284-F88B-4BD4-81D3-3918248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477" y="2548280"/>
            <a:ext cx="100012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derivatization</a:t>
            </a:r>
          </a:p>
        </p:txBody>
      </p:sp>
      <p:sp>
        <p:nvSpPr>
          <p:cNvPr id="29" name="bond-29">
            <a:extLst xmlns:a="http://schemas.openxmlformats.org/drawingml/2006/main">
              <a:ext uri="{FF2B5EF4-FFF2-40B4-BE49-F238E27FC236}">
                <a16:creationId xmlns:a16="http://schemas.microsoft.com/office/drawing/2014/main" id="{56764AA6-3CA1-402E-929B-B73AD08F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160020" cy="86678"/>
          </a:xfrm>
          <a:custGeom xmlns:a="http://schemas.openxmlformats.org/drawingml/2006/main">
            <a:pathLst>
              <a:path w="160020" h="86678">
                <a:moveTo>
                  <a:pt x="0" y="86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0" name="bond-30">
            <a:extLst xmlns:a="http://schemas.openxmlformats.org/drawingml/2006/main">
              <a:ext uri="{FF2B5EF4-FFF2-40B4-BE49-F238E27FC236}">
                <a16:creationId xmlns:a16="http://schemas.microsoft.com/office/drawing/2014/main" id="{1F79CEB5-2940-40D5-9E23-9CCC8D56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1" name="bond-31">
            <a:extLst xmlns:a="http://schemas.openxmlformats.org/drawingml/2006/main">
              <a:ext uri="{FF2B5EF4-FFF2-40B4-BE49-F238E27FC236}">
                <a16:creationId xmlns:a16="http://schemas.microsoft.com/office/drawing/2014/main" id="{97FB6E46-9A0B-4A20-A2D6-34C43B7F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551748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113347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2" name="bond-32">
            <a:extLst xmlns:a="http://schemas.openxmlformats.org/drawingml/2006/main">
              <a:ext uri="{FF2B5EF4-FFF2-40B4-BE49-F238E27FC236}">
                <a16:creationId xmlns:a16="http://schemas.microsoft.com/office/drawing/2014/main" id="{F9068988-FDF1-4E3B-B6FE-FCA97E7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03" y="2551748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3" name="bond-33">
            <a:extLst xmlns:a="http://schemas.openxmlformats.org/drawingml/2006/main">
              <a:ext uri="{FF2B5EF4-FFF2-40B4-BE49-F238E27FC236}">
                <a16:creationId xmlns:a16="http://schemas.microsoft.com/office/drawing/2014/main" id="{4DB61B63-26CB-4C38-A2AF-6ACA59B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4" name="text-HO-34">
            <a:extLst xmlns:a="http://schemas.openxmlformats.org/drawingml/2006/main">
              <a:ext uri="{FF2B5EF4-FFF2-40B4-BE49-F238E27FC236}">
                <a16:creationId xmlns:a16="http://schemas.microsoft.com/office/drawing/2014/main" id="{A21C94FE-1C03-4D7D-B460-58898E7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2" y="26045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35" name="bond-35">
            <a:extLst xmlns:a="http://schemas.openxmlformats.org/drawingml/2006/main">
              <a:ext uri="{FF2B5EF4-FFF2-40B4-BE49-F238E27FC236}">
                <a16:creationId xmlns:a16="http://schemas.microsoft.com/office/drawing/2014/main" id="{8AB5EB3B-32ED-4EFE-8344-005C0B0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665095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6" name="text-OH-36">
            <a:extLst xmlns:a="http://schemas.openxmlformats.org/drawingml/2006/main">
              <a:ext uri="{FF2B5EF4-FFF2-40B4-BE49-F238E27FC236}">
                <a16:creationId xmlns:a16="http://schemas.microsoft.com/office/drawing/2014/main" id="{E90AA582-6602-4084-96AA-F9ACE2F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8379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37" name="bond-37">
            <a:extLst xmlns:a="http://schemas.openxmlformats.org/drawingml/2006/main">
              <a:ext uri="{FF2B5EF4-FFF2-40B4-BE49-F238E27FC236}">
                <a16:creationId xmlns:a16="http://schemas.microsoft.com/office/drawing/2014/main" id="{72089375-A051-4765-9B4A-7FA767F0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03" y="2365058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8" name="text-OH-38">
            <a:extLst xmlns:a="http://schemas.openxmlformats.org/drawingml/2006/main">
              <a:ext uri="{FF2B5EF4-FFF2-40B4-BE49-F238E27FC236}">
                <a16:creationId xmlns:a16="http://schemas.microsoft.com/office/drawing/2014/main" id="{B5D046DD-61DE-4A14-A4A4-D88C132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030" y="225784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39" name="bond-39">
            <a:extLst xmlns:a="http://schemas.openxmlformats.org/drawingml/2006/main">
              <a:ext uri="{FF2B5EF4-FFF2-40B4-BE49-F238E27FC236}">
                <a16:creationId xmlns:a16="http://schemas.microsoft.com/office/drawing/2014/main" id="{2F2543EC-99B7-4B9A-8A51-D3BAC1B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665095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0" name="text-OH-40">
            <a:extLst xmlns:a="http://schemas.openxmlformats.org/drawingml/2006/main">
              <a:ext uri="{FF2B5EF4-FFF2-40B4-BE49-F238E27FC236}">
                <a16:creationId xmlns:a16="http://schemas.microsoft.com/office/drawing/2014/main" id="{F71B208B-F158-492D-82C8-CE82E52A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7" y="28379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41" name="bond-41">
            <a:extLst xmlns:a="http://schemas.openxmlformats.org/drawingml/2006/main">
              <a:ext uri="{FF2B5EF4-FFF2-40B4-BE49-F238E27FC236}">
                <a16:creationId xmlns:a16="http://schemas.microsoft.com/office/drawing/2014/main" id="{0F5A0F99-8674-40E8-A8B8-775AE1E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2365058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2" name="text-OH-42">
            <a:extLst xmlns:a="http://schemas.openxmlformats.org/drawingml/2006/main">
              <a:ext uri="{FF2B5EF4-FFF2-40B4-BE49-F238E27FC236}">
                <a16:creationId xmlns:a16="http://schemas.microsoft.com/office/drawing/2014/main" id="{4209EE5E-FD9E-417A-9590-77D013E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225784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43" name="bond-43">
            <a:extLst xmlns:a="http://schemas.openxmlformats.org/drawingml/2006/main">
              <a:ext uri="{FF2B5EF4-FFF2-40B4-BE49-F238E27FC236}">
                <a16:creationId xmlns:a16="http://schemas.microsoft.com/office/drawing/2014/main" id="{51159C93-50F3-4A39-9206-026C83C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4" name="bond-44">
            <a:extLst xmlns:a="http://schemas.openxmlformats.org/drawingml/2006/main">
              <a:ext uri="{FF2B5EF4-FFF2-40B4-BE49-F238E27FC236}">
                <a16:creationId xmlns:a16="http://schemas.microsoft.com/office/drawing/2014/main" id="{7646D41E-1BD4-4F24-ABAF-75FA54C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791" y="2603293"/>
            <a:ext cx="126682" cy="73342"/>
          </a:xfrm>
          <a:custGeom xmlns:a="http://schemas.openxmlformats.org/drawingml/2006/main">
            <a:pathLst>
              <a:path w="126682" h="73342">
                <a:moveTo>
                  <a:pt x="0" y="73342"/>
                </a:moveTo>
                <a:lnTo>
                  <a:pt x="1266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5" name="bond-45">
            <a:extLst xmlns:a="http://schemas.openxmlformats.org/drawingml/2006/main">
              <a:ext uri="{FF2B5EF4-FFF2-40B4-BE49-F238E27FC236}">
                <a16:creationId xmlns:a16="http://schemas.microsoft.com/office/drawing/2014/main" id="{BBB4E470-95F2-49C2-8BF8-771FB2D2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29" y="2580212"/>
            <a:ext cx="126682" cy="73343"/>
          </a:xfrm>
          <a:custGeom xmlns:a="http://schemas.openxmlformats.org/drawingml/2006/main">
            <a:pathLst>
              <a:path w="126682" h="73343">
                <a:moveTo>
                  <a:pt x="0" y="73343"/>
                </a:moveTo>
                <a:lnTo>
                  <a:pt x="1266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6" name="text-N-46">
            <a:extLst xmlns:a="http://schemas.openxmlformats.org/drawingml/2006/main">
              <a:ext uri="{FF2B5EF4-FFF2-40B4-BE49-F238E27FC236}">
                <a16:creationId xmlns:a16="http://schemas.microsoft.com/office/drawing/2014/main" id="{00C60CC1-DE3C-4775-83AF-030D2ED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123" y="249120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7" name="bond-47">
            <a:extLst xmlns:a="http://schemas.openxmlformats.org/drawingml/2006/main">
              <a:ext uri="{FF2B5EF4-FFF2-40B4-BE49-F238E27FC236}">
                <a16:creationId xmlns:a16="http://schemas.microsoft.com/office/drawing/2014/main" id="{63F8B579-BA2E-466C-9CDB-B85FB1ED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805" y="2591752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48" name="text-N-48">
            <a:extLst xmlns:a="http://schemas.openxmlformats.org/drawingml/2006/main">
              <a:ext uri="{FF2B5EF4-FFF2-40B4-BE49-F238E27FC236}">
                <a16:creationId xmlns:a16="http://schemas.microsoft.com/office/drawing/2014/main" id="{AAD8EC62-F3E0-4682-A318-0C3C757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6045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9" name="text-H-49">
            <a:extLst xmlns:a="http://schemas.openxmlformats.org/drawingml/2006/main">
              <a:ext uri="{FF2B5EF4-FFF2-40B4-BE49-F238E27FC236}">
                <a16:creationId xmlns:a16="http://schemas.microsoft.com/office/drawing/2014/main" id="{91F86570-54E8-478C-9BD2-10D00C15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726169"/>
            <a:ext cx="173355" cy="10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0" name="bond-50">
            <a:extLst xmlns:a="http://schemas.openxmlformats.org/drawingml/2006/main">
              <a:ext uri="{FF2B5EF4-FFF2-40B4-BE49-F238E27FC236}">
                <a16:creationId xmlns:a16="http://schemas.microsoft.com/office/drawing/2014/main" id="{0786E411-8EAB-4865-B6E0-49D8A20D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551748"/>
            <a:ext cx="140018" cy="93345"/>
          </a:xfrm>
          <a:custGeom xmlns:a="http://schemas.openxmlformats.org/drawingml/2006/main">
            <a:pathLst>
              <a:path w="140018" h="93345">
                <a:moveTo>
                  <a:pt x="0" y="93345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1" name="bond-51">
            <a:extLst xmlns:a="http://schemas.openxmlformats.org/drawingml/2006/main">
              <a:ext uri="{FF2B5EF4-FFF2-40B4-BE49-F238E27FC236}">
                <a16:creationId xmlns:a16="http://schemas.microsoft.com/office/drawing/2014/main" id="{EEE4A573-65B0-4814-8B7B-8CE6ED40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17" y="2385060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2" name="bond-52">
            <a:extLst xmlns:a="http://schemas.openxmlformats.org/drawingml/2006/main">
              <a:ext uri="{FF2B5EF4-FFF2-40B4-BE49-F238E27FC236}">
                <a16:creationId xmlns:a16="http://schemas.microsoft.com/office/drawing/2014/main" id="{3E74324E-3E08-4349-8B54-E90B3EC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848" y="2385060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3" name="text-O-53">
            <a:extLst xmlns:a="http://schemas.openxmlformats.org/drawingml/2006/main">
              <a:ext uri="{FF2B5EF4-FFF2-40B4-BE49-F238E27FC236}">
                <a16:creationId xmlns:a16="http://schemas.microsoft.com/office/drawing/2014/main" id="{D64CBAFB-FA17-4A53-8231-8291D873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26451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4" name="bond-54">
            <a:extLst xmlns:a="http://schemas.openxmlformats.org/drawingml/2006/main">
              <a:ext uri="{FF2B5EF4-FFF2-40B4-BE49-F238E27FC236}">
                <a16:creationId xmlns:a16="http://schemas.microsoft.com/office/drawing/2014/main" id="{D772DEE7-5BF2-494A-B30A-F9E872F1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3" y="2551748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0"/>
                </a:moveTo>
                <a:lnTo>
                  <a:pt x="193357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5" name="bond-55">
            <a:extLst xmlns:a="http://schemas.openxmlformats.org/drawingml/2006/main">
              <a:ext uri="{FF2B5EF4-FFF2-40B4-BE49-F238E27FC236}">
                <a16:creationId xmlns:a16="http://schemas.microsoft.com/office/drawing/2014/main" id="{551790D8-4D06-487F-9E05-98B994C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6" name="bond-56">
            <a:extLst xmlns:a="http://schemas.openxmlformats.org/drawingml/2006/main">
              <a:ext uri="{FF2B5EF4-FFF2-40B4-BE49-F238E27FC236}">
                <a16:creationId xmlns:a16="http://schemas.microsoft.com/office/drawing/2014/main" id="{09EB5442-BA12-476E-9A4C-38DFA87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87166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7" name="bond-57">
            <a:extLst xmlns:a="http://schemas.openxmlformats.org/drawingml/2006/main">
              <a:ext uri="{FF2B5EF4-FFF2-40B4-BE49-F238E27FC236}">
                <a16:creationId xmlns:a16="http://schemas.microsoft.com/office/drawing/2014/main" id="{28713BE9-E8E2-457A-9FEA-A7A6217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187166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8" name="bond-58">
            <a:extLst xmlns:a="http://schemas.openxmlformats.org/drawingml/2006/main">
              <a:ext uri="{FF2B5EF4-FFF2-40B4-BE49-F238E27FC236}">
                <a16:creationId xmlns:a16="http://schemas.microsoft.com/office/drawing/2014/main" id="{004FF9E6-BF00-4F4D-9D83-05D4373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1985010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9" name="bond-59">
            <a:extLst xmlns:a="http://schemas.openxmlformats.org/drawingml/2006/main">
              <a:ext uri="{FF2B5EF4-FFF2-40B4-BE49-F238E27FC236}">
                <a16:creationId xmlns:a16="http://schemas.microsoft.com/office/drawing/2014/main" id="{6BEF92FF-E2EC-4337-8010-F80981B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0" name="bond-60">
            <a:extLst xmlns:a="http://schemas.openxmlformats.org/drawingml/2006/main">
              <a:ext uri="{FF2B5EF4-FFF2-40B4-BE49-F238E27FC236}">
                <a16:creationId xmlns:a16="http://schemas.microsoft.com/office/drawing/2014/main" id="{0EC2428C-8DA9-4BD6-ACAC-FE8E13F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1" name="bond-61">
            <a:extLst xmlns:a="http://schemas.openxmlformats.org/drawingml/2006/main">
              <a:ext uri="{FF2B5EF4-FFF2-40B4-BE49-F238E27FC236}">
                <a16:creationId xmlns:a16="http://schemas.microsoft.com/office/drawing/2014/main" id="{0D660B64-544E-4C41-869B-7292EC5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985010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2" name="bond-62">
            <a:extLst xmlns:a="http://schemas.openxmlformats.org/drawingml/2006/main">
              <a:ext uri="{FF2B5EF4-FFF2-40B4-BE49-F238E27FC236}">
                <a16:creationId xmlns:a16="http://schemas.microsoft.com/office/drawing/2014/main" id="{6B54E4ED-BB36-496C-B43F-044B2A86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1917002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3" name="bond-63">
            <a:extLst xmlns:a="http://schemas.openxmlformats.org/drawingml/2006/main">
              <a:ext uri="{FF2B5EF4-FFF2-40B4-BE49-F238E27FC236}">
                <a16:creationId xmlns:a16="http://schemas.microsoft.com/office/drawing/2014/main" id="{D9063F13-EE2A-44F8-AE06-033A4A6C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2007680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4" name="bond-64">
            <a:extLst xmlns:a="http://schemas.openxmlformats.org/drawingml/2006/main">
              <a:ext uri="{FF2B5EF4-FFF2-40B4-BE49-F238E27FC236}">
                <a16:creationId xmlns:a16="http://schemas.microsoft.com/office/drawing/2014/main" id="{6E69FA9C-BB54-4AC0-B2A5-17DCF0A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2189036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5" name="bond-65">
            <a:extLst xmlns:a="http://schemas.openxmlformats.org/drawingml/2006/main">
              <a:ext uri="{FF2B5EF4-FFF2-40B4-BE49-F238E27FC236}">
                <a16:creationId xmlns:a16="http://schemas.microsoft.com/office/drawing/2014/main" id="{D9748E53-5344-45CA-BC19-9D51BFFC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6" name="bond-66">
            <a:extLst xmlns:a="http://schemas.openxmlformats.org/drawingml/2006/main">
              <a:ext uri="{FF2B5EF4-FFF2-40B4-BE49-F238E27FC236}">
                <a16:creationId xmlns:a16="http://schemas.microsoft.com/office/drawing/2014/main" id="{22B05EA5-4F28-4843-B671-B3E49CDA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3250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7" name="bond-67">
            <a:extLst xmlns:a="http://schemas.openxmlformats.org/drawingml/2006/main">
              <a:ext uri="{FF2B5EF4-FFF2-40B4-BE49-F238E27FC236}">
                <a16:creationId xmlns:a16="http://schemas.microsoft.com/office/drawing/2014/main" id="{BAA13DC9-F242-451B-8425-DE59D85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200025" y="0"/>
                </a:moveTo>
                <a:lnTo>
                  <a:pt x="0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8" name="bond-68">
            <a:extLst xmlns:a="http://schemas.openxmlformats.org/drawingml/2006/main">
              <a:ext uri="{FF2B5EF4-FFF2-40B4-BE49-F238E27FC236}">
                <a16:creationId xmlns:a16="http://schemas.microsoft.com/office/drawing/2014/main" id="{2D947EA2-8779-4024-B2AA-3D9C291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200025" y="1133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9" name="bond-69">
            <a:extLst xmlns:a="http://schemas.openxmlformats.org/drawingml/2006/main">
              <a:ext uri="{FF2B5EF4-FFF2-40B4-BE49-F238E27FC236}">
                <a16:creationId xmlns:a16="http://schemas.microsoft.com/office/drawing/2014/main" id="{BB75C5CF-D9C1-4E98-BAC3-ED04B4B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3250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0" name="bond-70">
            <a:extLst xmlns:a="http://schemas.openxmlformats.org/drawingml/2006/main">
              <a:ext uri="{FF2B5EF4-FFF2-40B4-BE49-F238E27FC236}">
                <a16:creationId xmlns:a16="http://schemas.microsoft.com/office/drawing/2014/main" id="{2D094EA9-A520-472B-A8E7-E1D7DA1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1" name="bond-71">
            <a:extLst xmlns:a="http://schemas.openxmlformats.org/drawingml/2006/main">
              <a:ext uri="{FF2B5EF4-FFF2-40B4-BE49-F238E27FC236}">
                <a16:creationId xmlns:a16="http://schemas.microsoft.com/office/drawing/2014/main" id="{9F7B5AC7-4050-4D85-B184-570B6509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34772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2" name="bond-72">
            <a:extLst xmlns:a="http://schemas.openxmlformats.org/drawingml/2006/main">
              <a:ext uri="{FF2B5EF4-FFF2-40B4-BE49-F238E27FC236}">
                <a16:creationId xmlns:a16="http://schemas.microsoft.com/office/drawing/2014/main" id="{6E99BA29-4AA3-4E86-9B92-C5FFE65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25290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3" name="bond-73">
            <a:extLst xmlns:a="http://schemas.openxmlformats.org/drawingml/2006/main">
              <a:ext uri="{FF2B5EF4-FFF2-40B4-BE49-F238E27FC236}">
                <a16:creationId xmlns:a16="http://schemas.microsoft.com/office/drawing/2014/main" id="{2A299FAA-C2E0-4508-A8BD-3C3B2DF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0" y="2458402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4" name="bond-74">
            <a:extLst xmlns:a="http://schemas.openxmlformats.org/drawingml/2006/main">
              <a:ext uri="{FF2B5EF4-FFF2-40B4-BE49-F238E27FC236}">
                <a16:creationId xmlns:a16="http://schemas.microsoft.com/office/drawing/2014/main" id="{559674B0-6C0A-43FD-9602-C9A321E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108" y="2411730"/>
            <a:ext cx="73343" cy="46672"/>
          </a:xfrm>
          <a:custGeom xmlns:a="http://schemas.openxmlformats.org/drawingml/2006/main">
            <a:pathLst>
              <a:path w="73343" h="46672">
                <a:moveTo>
                  <a:pt x="0" y="0"/>
                </a:moveTo>
                <a:lnTo>
                  <a:pt x="73343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5" name="bond-75">
            <a:extLst xmlns:a="http://schemas.openxmlformats.org/drawingml/2006/main">
              <a:ext uri="{FF2B5EF4-FFF2-40B4-BE49-F238E27FC236}">
                <a16:creationId xmlns:a16="http://schemas.microsoft.com/office/drawing/2014/main" id="{CA107DFC-9112-4218-BA5F-BCD7CF1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108" y="2458402"/>
            <a:ext cx="73343" cy="46673"/>
          </a:xfrm>
          <a:custGeom xmlns:a="http://schemas.openxmlformats.org/drawingml/2006/main">
            <a:pathLst>
              <a:path w="73343" h="46673">
                <a:moveTo>
                  <a:pt x="0" y="46673"/>
                </a:moveTo>
                <a:lnTo>
                  <a:pt x="73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6" name="text-MS/MS-76">
            <a:extLst xmlns:a="http://schemas.openxmlformats.org/drawingml/2006/main">
              <a:ext uri="{FF2B5EF4-FFF2-40B4-BE49-F238E27FC236}">
                <a16:creationId xmlns:a16="http://schemas.microsoft.com/office/drawing/2014/main" id="{845CE6DA-2309-4C47-AE27-C8617CEA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044" y="2254910"/>
            <a:ext cx="351377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MS/MS</a:t>
            </a:r>
          </a:p>
        </p:txBody>
      </p:sp>
      <p:sp>
        <p:nvSpPr>
          <p:cNvPr id="77" name="text-O-77">
            <a:extLst xmlns:a="http://schemas.openxmlformats.org/drawingml/2006/main">
              <a:ext uri="{FF2B5EF4-FFF2-40B4-BE49-F238E27FC236}">
                <a16:creationId xmlns:a16="http://schemas.microsoft.com/office/drawing/2014/main" id="{A4AB7971-7FDE-4C0F-B726-AB0BBFD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27" y="238452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8" name="bond-78">
            <a:extLst xmlns:a="http://schemas.openxmlformats.org/drawingml/2006/main">
              <a:ext uri="{FF2B5EF4-FFF2-40B4-BE49-F238E27FC236}">
                <a16:creationId xmlns:a16="http://schemas.microsoft.com/office/drawing/2014/main" id="{0355A8DD-4B63-420F-88A9-10043F4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94" y="2496553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9" name="bond-79">
            <a:extLst xmlns:a="http://schemas.openxmlformats.org/drawingml/2006/main">
              <a:ext uri="{FF2B5EF4-FFF2-40B4-BE49-F238E27FC236}">
                <a16:creationId xmlns:a16="http://schemas.microsoft.com/office/drawing/2014/main" id="{46D50AB9-1EA9-4C7A-A5F7-412B9DB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61" y="2473592"/>
            <a:ext cx="146685" cy="86677"/>
          </a:xfrm>
          <a:custGeom xmlns:a="http://schemas.openxmlformats.org/drawingml/2006/main">
            <a:pathLst>
              <a:path w="146685" h="86677">
                <a:moveTo>
                  <a:pt x="0" y="0"/>
                </a:moveTo>
                <a:lnTo>
                  <a:pt x="146685" y="8667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0" name="bond-80">
            <a:extLst xmlns:a="http://schemas.openxmlformats.org/drawingml/2006/main">
              <a:ext uri="{FF2B5EF4-FFF2-40B4-BE49-F238E27FC236}">
                <a16:creationId xmlns:a16="http://schemas.microsoft.com/office/drawing/2014/main" id="{95815D2C-3D9D-4C34-9CD6-274BF84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2465070"/>
            <a:ext cx="193357" cy="106680"/>
          </a:xfrm>
          <a:custGeom xmlns:a="http://schemas.openxmlformats.org/drawingml/2006/main">
            <a:pathLst>
              <a:path w="193357" h="106680">
                <a:moveTo>
                  <a:pt x="0" y="106680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1" name="bond-81">
            <a:extLst xmlns:a="http://schemas.openxmlformats.org/drawingml/2006/main">
              <a:ext uri="{FF2B5EF4-FFF2-40B4-BE49-F238E27FC236}">
                <a16:creationId xmlns:a16="http://schemas.microsoft.com/office/drawing/2014/main" id="{5C573FAB-3410-4DB1-B620-D5261658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6507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0"/>
                </a:moveTo>
                <a:lnTo>
                  <a:pt x="193357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2" name="bond-82">
            <a:extLst xmlns:a="http://schemas.openxmlformats.org/drawingml/2006/main">
              <a:ext uri="{FF2B5EF4-FFF2-40B4-BE49-F238E27FC236}">
                <a16:creationId xmlns:a16="http://schemas.microsoft.com/office/drawing/2014/main" id="{3BB1F8B8-E901-4EE3-9938-2AF7229F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246507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113348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3" name="bond-83">
            <a:extLst xmlns:a="http://schemas.openxmlformats.org/drawingml/2006/main">
              <a:ext uri="{FF2B5EF4-FFF2-40B4-BE49-F238E27FC236}">
                <a16:creationId xmlns:a16="http://schemas.microsoft.com/office/drawing/2014/main" id="{03FCED96-732D-49A9-8097-6B9CC5A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2465070"/>
            <a:ext cx="153352" cy="86678"/>
          </a:xfrm>
          <a:custGeom xmlns:a="http://schemas.openxmlformats.org/drawingml/2006/main">
            <a:pathLst>
              <a:path w="153352" h="86678">
                <a:moveTo>
                  <a:pt x="0" y="0"/>
                </a:moveTo>
                <a:lnTo>
                  <a:pt x="153352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4" name="bond-84">
            <a:extLst xmlns:a="http://schemas.openxmlformats.org/drawingml/2006/main">
              <a:ext uri="{FF2B5EF4-FFF2-40B4-BE49-F238E27FC236}">
                <a16:creationId xmlns:a16="http://schemas.microsoft.com/office/drawing/2014/main" id="{C59BCC80-D97F-4999-9967-70C0595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27838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5" name="text-OH-85">
            <a:extLst xmlns:a="http://schemas.openxmlformats.org/drawingml/2006/main">
              <a:ext uri="{FF2B5EF4-FFF2-40B4-BE49-F238E27FC236}">
                <a16:creationId xmlns:a16="http://schemas.microsoft.com/office/drawing/2014/main" id="{4FFF2A6B-DAD9-4634-928D-99DAB70A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848" y="217116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6" name="bond-86">
            <a:extLst xmlns:a="http://schemas.openxmlformats.org/drawingml/2006/main">
              <a:ext uri="{FF2B5EF4-FFF2-40B4-BE49-F238E27FC236}">
                <a16:creationId xmlns:a16="http://schemas.microsoft.com/office/drawing/2014/main" id="{3A46BE04-6A4E-4697-A98B-AF353D00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257841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7" name="text-OH-87">
            <a:extLst xmlns:a="http://schemas.openxmlformats.org/drawingml/2006/main">
              <a:ext uri="{FF2B5EF4-FFF2-40B4-BE49-F238E27FC236}">
                <a16:creationId xmlns:a16="http://schemas.microsoft.com/office/drawing/2014/main" id="{7AF7E48F-A4CA-4D00-B1D4-7982ABB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205" y="275123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8" name="text-OH-88">
            <a:extLst xmlns:a="http://schemas.openxmlformats.org/drawingml/2006/main">
              <a:ext uri="{FF2B5EF4-FFF2-40B4-BE49-F238E27FC236}">
                <a16:creationId xmlns:a16="http://schemas.microsoft.com/office/drawing/2014/main" id="{3B34C3A0-F0AB-4967-95CF-3D6AB6C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20" y="251787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9" name="text-Na⁺-89">
            <a:extLst xmlns:a="http://schemas.openxmlformats.org/drawingml/2006/main">
              <a:ext uri="{FF2B5EF4-FFF2-40B4-BE49-F238E27FC236}">
                <a16:creationId xmlns:a16="http://schemas.microsoft.com/office/drawing/2014/main" id="{83172550-E2C2-487D-A81E-B083616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859" y="2054885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90" name="text-m/z 143.0-90">
            <a:extLst xmlns:a="http://schemas.openxmlformats.org/drawingml/2006/main">
              <a:ext uri="{FF2B5EF4-FFF2-40B4-BE49-F238E27FC236}">
                <a16:creationId xmlns:a16="http://schemas.microsoft.com/office/drawing/2014/main" id="{B45D6EA1-7A43-46CE-8582-B677C2DE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3271304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143.0</a:t>
            </a:r>
          </a:p>
        </p:txBody>
      </p:sp>
      <p:sp>
        <p:nvSpPr>
          <p:cNvPr id="91" name="text-+-91">
            <a:extLst xmlns:a="http://schemas.openxmlformats.org/drawingml/2006/main">
              <a:ext uri="{FF2B5EF4-FFF2-40B4-BE49-F238E27FC236}">
                <a16:creationId xmlns:a16="http://schemas.microsoft.com/office/drawing/2014/main" id="{B3457216-6F3A-4E52-B6C0-15C42A3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2460536"/>
            <a:ext cx="173355" cy="20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2" name="bond-92">
            <a:extLst xmlns:a="http://schemas.openxmlformats.org/drawingml/2006/main">
              <a:ext uri="{FF2B5EF4-FFF2-40B4-BE49-F238E27FC236}">
                <a16:creationId xmlns:a16="http://schemas.microsoft.com/office/drawing/2014/main" id="{65820F0D-BED5-49C0-95D9-C77711D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3" name="bond-93">
            <a:extLst xmlns:a="http://schemas.openxmlformats.org/drawingml/2006/main">
              <a:ext uri="{FF2B5EF4-FFF2-40B4-BE49-F238E27FC236}">
                <a16:creationId xmlns:a16="http://schemas.microsoft.com/office/drawing/2014/main" id="{F0ABCFAF-53B7-4A6F-A8CC-08BCFA7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4" name="bond-94">
            <a:extLst xmlns:a="http://schemas.openxmlformats.org/drawingml/2006/main">
              <a:ext uri="{FF2B5EF4-FFF2-40B4-BE49-F238E27FC236}">
                <a16:creationId xmlns:a16="http://schemas.microsoft.com/office/drawing/2014/main" id="{0F887506-461F-46AF-9DBF-F2D186C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5" name="bond-95">
            <a:extLst xmlns:a="http://schemas.openxmlformats.org/drawingml/2006/main">
              <a:ext uri="{FF2B5EF4-FFF2-40B4-BE49-F238E27FC236}">
                <a16:creationId xmlns:a16="http://schemas.microsoft.com/office/drawing/2014/main" id="{82FD812C-CBF1-4835-9BB6-9354B6B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6" name="bond-96">
            <a:extLst xmlns:a="http://schemas.openxmlformats.org/drawingml/2006/main">
              <a:ext uri="{FF2B5EF4-FFF2-40B4-BE49-F238E27FC236}">
                <a16:creationId xmlns:a16="http://schemas.microsoft.com/office/drawing/2014/main" id="{DBA4B83C-88EF-459F-8F46-DD92B01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7" name="bond-97">
            <a:extLst xmlns:a="http://schemas.openxmlformats.org/drawingml/2006/main">
              <a:ext uri="{FF2B5EF4-FFF2-40B4-BE49-F238E27FC236}">
                <a16:creationId xmlns:a16="http://schemas.microsoft.com/office/drawing/2014/main" id="{0A21D300-79A4-4AD7-AEE6-3EC44B31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8" name="bond-98">
            <a:extLst xmlns:a="http://schemas.openxmlformats.org/drawingml/2006/main">
              <a:ext uri="{FF2B5EF4-FFF2-40B4-BE49-F238E27FC236}">
                <a16:creationId xmlns:a16="http://schemas.microsoft.com/office/drawing/2014/main" id="{5615BDAC-3D57-468B-A2E0-49F7152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72364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9" name="bond-99">
            <a:extLst xmlns:a="http://schemas.openxmlformats.org/drawingml/2006/main">
              <a:ext uri="{FF2B5EF4-FFF2-40B4-BE49-F238E27FC236}">
                <a16:creationId xmlns:a16="http://schemas.microsoft.com/office/drawing/2014/main" id="{B29F27E3-227E-4F89-ACDF-F52987ED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9956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0" name="bond-100">
            <a:extLst xmlns:a="http://schemas.openxmlformats.org/drawingml/2006/main">
              <a:ext uri="{FF2B5EF4-FFF2-40B4-BE49-F238E27FC236}">
                <a16:creationId xmlns:a16="http://schemas.microsoft.com/office/drawing/2014/main" id="{7948933E-3CC4-4C01-897B-269898A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1" name="bond-101">
            <a:extLst xmlns:a="http://schemas.openxmlformats.org/drawingml/2006/main">
              <a:ext uri="{FF2B5EF4-FFF2-40B4-BE49-F238E27FC236}">
                <a16:creationId xmlns:a16="http://schemas.microsoft.com/office/drawing/2014/main" id="{4930417A-90A1-49B0-B2FA-BE14983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2" name="bond-102">
            <a:extLst xmlns:a="http://schemas.openxmlformats.org/drawingml/2006/main">
              <a:ext uri="{FF2B5EF4-FFF2-40B4-BE49-F238E27FC236}">
                <a16:creationId xmlns:a16="http://schemas.microsoft.com/office/drawing/2014/main" id="{D24D2370-7A96-4BB1-80EF-90C85DF7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81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3" name="bond-103">
            <a:extLst xmlns:a="http://schemas.openxmlformats.org/drawingml/2006/main">
              <a:ext uri="{FF2B5EF4-FFF2-40B4-BE49-F238E27FC236}">
                <a16:creationId xmlns:a16="http://schemas.microsoft.com/office/drawing/2014/main" id="{06EC4BF1-E8C9-4A4A-ADC4-7B7203B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4" name="bond-104">
            <a:extLst xmlns:a="http://schemas.openxmlformats.org/drawingml/2006/main">
              <a:ext uri="{FF2B5EF4-FFF2-40B4-BE49-F238E27FC236}">
                <a16:creationId xmlns:a16="http://schemas.microsoft.com/office/drawing/2014/main" id="{C86C7EFE-8041-448F-83BF-206A8D2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5" name="bond-105">
            <a:extLst xmlns:a="http://schemas.openxmlformats.org/drawingml/2006/main">
              <a:ext uri="{FF2B5EF4-FFF2-40B4-BE49-F238E27FC236}">
                <a16:creationId xmlns:a16="http://schemas.microsoft.com/office/drawing/2014/main" id="{D8EEEED2-38B7-4962-83E1-ECED6C6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6" name="bond-106">
            <a:extLst xmlns:a="http://schemas.openxmlformats.org/drawingml/2006/main">
              <a:ext uri="{FF2B5EF4-FFF2-40B4-BE49-F238E27FC236}">
                <a16:creationId xmlns:a16="http://schemas.microsoft.com/office/drawing/2014/main" id="{0B88EBCF-2F58-4AE1-8875-A282C239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765" y="172364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7" name="bond-107">
            <a:extLst xmlns:a="http://schemas.openxmlformats.org/drawingml/2006/main">
              <a:ext uri="{FF2B5EF4-FFF2-40B4-BE49-F238E27FC236}">
                <a16:creationId xmlns:a16="http://schemas.microsoft.com/office/drawing/2014/main" id="{D1188C0C-4E51-438E-88BD-4EFF66CC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805" y="181432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8" name="bond-108">
            <a:extLst xmlns:a="http://schemas.openxmlformats.org/drawingml/2006/main">
              <a:ext uri="{FF2B5EF4-FFF2-40B4-BE49-F238E27FC236}">
                <a16:creationId xmlns:a16="http://schemas.microsoft.com/office/drawing/2014/main" id="{3C2D5C72-4527-4084-8B26-3DE167E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765" y="19956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9" name="bond-109">
            <a:extLst xmlns:a="http://schemas.openxmlformats.org/drawingml/2006/main">
              <a:ext uri="{FF2B5EF4-FFF2-40B4-BE49-F238E27FC236}">
                <a16:creationId xmlns:a16="http://schemas.microsoft.com/office/drawing/2014/main" id="{72DDFEEF-98BE-45B0-841D-6AFBFF38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131695"/>
            <a:ext cx="95" cy="220027"/>
          </a:xfrm>
          <a:custGeom xmlns:a="http://schemas.openxmlformats.org/drawingml/2006/main">
            <a:pathLst>
              <a:path w="95" h="220027">
                <a:moveTo>
                  <a:pt x="0" y="0"/>
                </a:moveTo>
                <a:lnTo>
                  <a:pt x="0" y="22002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0" name="bond-110">
            <a:extLst xmlns:a="http://schemas.openxmlformats.org/drawingml/2006/main">
              <a:ext uri="{FF2B5EF4-FFF2-40B4-BE49-F238E27FC236}">
                <a16:creationId xmlns:a16="http://schemas.microsoft.com/office/drawing/2014/main" id="{C68A4BDA-D79A-4C63-9E59-A550E8A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35172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1" name="bond-111">
            <a:extLst xmlns:a="http://schemas.openxmlformats.org/drawingml/2006/main">
              <a:ext uri="{FF2B5EF4-FFF2-40B4-BE49-F238E27FC236}">
                <a16:creationId xmlns:a16="http://schemas.microsoft.com/office/drawing/2014/main" id="{46A8192D-88D5-4359-B32D-FBDEBBF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376" y="2396638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2" name="bond-112">
            <a:extLst xmlns:a="http://schemas.openxmlformats.org/drawingml/2006/main">
              <a:ext uri="{FF2B5EF4-FFF2-40B4-BE49-F238E27FC236}">
                <a16:creationId xmlns:a16="http://schemas.microsoft.com/office/drawing/2014/main" id="{FC471929-D2EF-489E-ADD8-F32A889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144" y="2373482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3" name="text-O-113">
            <a:extLst xmlns:a="http://schemas.openxmlformats.org/drawingml/2006/main">
              <a:ext uri="{FF2B5EF4-FFF2-40B4-BE49-F238E27FC236}">
                <a16:creationId xmlns:a16="http://schemas.microsoft.com/office/drawing/2014/main" id="{0DC950DD-02C8-4356-A6FB-1FD8F43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22778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4" name="bond-114">
            <a:extLst xmlns:a="http://schemas.openxmlformats.org/drawingml/2006/main">
              <a:ext uri="{FF2B5EF4-FFF2-40B4-BE49-F238E27FC236}">
                <a16:creationId xmlns:a16="http://schemas.microsoft.com/office/drawing/2014/main" id="{625FEC9C-ADA9-4F6F-8423-73F2BB56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465070"/>
            <a:ext cx="95" cy="173355"/>
          </a:xfrm>
          <a:custGeom xmlns:a="http://schemas.openxmlformats.org/drawingml/2006/main">
            <a:pathLst>
              <a:path w="95" h="173355">
                <a:moveTo>
                  <a:pt x="0" y="0"/>
                </a:moveTo>
                <a:lnTo>
                  <a:pt x="0" y="17335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15" name="text-HN-115">
            <a:extLst xmlns:a="http://schemas.openxmlformats.org/drawingml/2006/main">
              <a:ext uri="{FF2B5EF4-FFF2-40B4-BE49-F238E27FC236}">
                <a16:creationId xmlns:a16="http://schemas.microsoft.com/office/drawing/2014/main" id="{AABFB5CA-DD8C-4452-94CA-9AEC935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78" y="263122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116" name="bond-116">
            <a:extLst xmlns:a="http://schemas.openxmlformats.org/drawingml/2006/main">
              <a:ext uri="{FF2B5EF4-FFF2-40B4-BE49-F238E27FC236}">
                <a16:creationId xmlns:a16="http://schemas.microsoft.com/office/drawing/2014/main" id="{E4B55FDF-5B7D-4A73-BD38-33A0392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7" y="2725102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17" name="text-N-117">
            <a:extLst xmlns:a="http://schemas.openxmlformats.org/drawingml/2006/main">
              <a:ext uri="{FF2B5EF4-FFF2-40B4-BE49-F238E27FC236}">
                <a16:creationId xmlns:a16="http://schemas.microsoft.com/office/drawing/2014/main" id="{00538978-48F6-4160-8098-2B36A018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274457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8" name="bond-118">
            <a:extLst xmlns:a="http://schemas.openxmlformats.org/drawingml/2006/main">
              <a:ext uri="{FF2B5EF4-FFF2-40B4-BE49-F238E27FC236}">
                <a16:creationId xmlns:a16="http://schemas.microsoft.com/office/drawing/2014/main" id="{79863F20-DD63-4FA6-B58A-5D38E10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783" y="2871788"/>
            <a:ext cx="95" cy="153352"/>
          </a:xfrm>
          <a:custGeom xmlns:a="http://schemas.openxmlformats.org/drawingml/2006/main">
            <a:pathLst>
              <a:path w="95" h="153352">
                <a:moveTo>
                  <a:pt x="0" y="0"/>
                </a:moveTo>
                <a:lnTo>
                  <a:pt x="0" y="15335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19" name="bond-119">
            <a:extLst xmlns:a="http://schemas.openxmlformats.org/drawingml/2006/main">
              <a:ext uri="{FF2B5EF4-FFF2-40B4-BE49-F238E27FC236}">
                <a16:creationId xmlns:a16="http://schemas.microsoft.com/office/drawing/2014/main" id="{EE37326B-152C-44B4-9FCD-D98B211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453" y="2871788"/>
            <a:ext cx="95" cy="153352"/>
          </a:xfrm>
          <a:custGeom xmlns:a="http://schemas.openxmlformats.org/drawingml/2006/main">
            <a:pathLst>
              <a:path w="95" h="153352">
                <a:moveTo>
                  <a:pt x="0" y="0"/>
                </a:moveTo>
                <a:lnTo>
                  <a:pt x="0" y="15335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20" name="bond-120">
            <a:extLst xmlns:a="http://schemas.openxmlformats.org/drawingml/2006/main">
              <a:ext uri="{FF2B5EF4-FFF2-40B4-BE49-F238E27FC236}">
                <a16:creationId xmlns:a16="http://schemas.microsoft.com/office/drawing/2014/main" id="{80E251C0-2D8C-4D7E-9E6B-4C7FB0EE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117" y="3025140"/>
            <a:ext cx="106680" cy="60008"/>
          </a:xfrm>
          <a:custGeom xmlns:a="http://schemas.openxmlformats.org/drawingml/2006/main">
            <a:pathLst>
              <a:path w="106680" h="60008">
                <a:moveTo>
                  <a:pt x="0" y="0"/>
                </a:moveTo>
                <a:lnTo>
                  <a:pt x="106680" y="6000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21" name="bond-121">
            <a:extLst xmlns:a="http://schemas.openxmlformats.org/drawingml/2006/main">
              <a:ext uri="{FF2B5EF4-FFF2-40B4-BE49-F238E27FC236}">
                <a16:creationId xmlns:a16="http://schemas.microsoft.com/office/drawing/2014/main" id="{4AE86EB3-6F4E-4EDA-B1FA-B7FE264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797" y="3085148"/>
            <a:ext cx="86678" cy="53340"/>
          </a:xfrm>
          <a:custGeom xmlns:a="http://schemas.openxmlformats.org/drawingml/2006/main">
            <a:pathLst>
              <a:path w="86678" h="53340">
                <a:moveTo>
                  <a:pt x="0" y="0"/>
                </a:moveTo>
                <a:lnTo>
                  <a:pt x="86678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2" name="bond-122">
            <a:extLst xmlns:a="http://schemas.openxmlformats.org/drawingml/2006/main">
              <a:ext uri="{FF2B5EF4-FFF2-40B4-BE49-F238E27FC236}">
                <a16:creationId xmlns:a16="http://schemas.microsoft.com/office/drawing/2014/main" id="{3F846124-8547-495E-9ED3-2E50A92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13848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3" name="text-OH-123">
            <a:extLst xmlns:a="http://schemas.openxmlformats.org/drawingml/2006/main">
              <a:ext uri="{FF2B5EF4-FFF2-40B4-BE49-F238E27FC236}">
                <a16:creationId xmlns:a16="http://schemas.microsoft.com/office/drawing/2014/main" id="{FB3E66C5-BB41-4931-ADE7-06F1D0D4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803" y="331130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24" name="text-Na⁺-124">
            <a:extLst xmlns:a="http://schemas.openxmlformats.org/drawingml/2006/main">
              <a:ext uri="{FF2B5EF4-FFF2-40B4-BE49-F238E27FC236}">
                <a16:creationId xmlns:a16="http://schemas.microsoft.com/office/drawing/2014/main" id="{599F065E-4473-40EC-A0E3-9535306C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074" y="1488148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125" name="text-m/z 265.1-125">
            <a:extLst xmlns:a="http://schemas.openxmlformats.org/drawingml/2006/main">
              <a:ext uri="{FF2B5EF4-FFF2-40B4-BE49-F238E27FC236}">
                <a16:creationId xmlns:a16="http://schemas.microsoft.com/office/drawing/2014/main" id="{6951C5C2-CB4A-4C80-914C-8D3F0C39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703" y="3271304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265.1</a:t>
            </a:r>
          </a:p>
        </p:txBody>
      </p:sp>
      <p:sp>
        <p:nvSpPr>
          <p:cNvPr id="126" name="bond-126">
            <a:extLst xmlns:a="http://schemas.openxmlformats.org/drawingml/2006/main">
              <a:ext uri="{FF2B5EF4-FFF2-40B4-BE49-F238E27FC236}">
                <a16:creationId xmlns:a16="http://schemas.microsoft.com/office/drawing/2014/main" id="{11A2E683-53C5-4123-B809-03B43701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85335"/>
            <a:ext cx="153352" cy="86677"/>
          </a:xfrm>
          <a:custGeom xmlns:a="http://schemas.openxmlformats.org/drawingml/2006/main">
            <a:pathLst>
              <a:path w="153352" h="86677">
                <a:moveTo>
                  <a:pt x="0" y="0"/>
                </a:moveTo>
                <a:lnTo>
                  <a:pt x="153352" y="8667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7" name="bond-127">
            <a:extLst xmlns:a="http://schemas.openxmlformats.org/drawingml/2006/main">
              <a:ext uri="{FF2B5EF4-FFF2-40B4-BE49-F238E27FC236}">
                <a16:creationId xmlns:a16="http://schemas.microsoft.com/office/drawing/2014/main" id="{2A5C5EAD-AB06-47FE-8096-F70BA119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8" y="455866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113347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8" name="bond-128">
            <a:extLst xmlns:a="http://schemas.openxmlformats.org/drawingml/2006/main">
              <a:ext uri="{FF2B5EF4-FFF2-40B4-BE49-F238E27FC236}">
                <a16:creationId xmlns:a16="http://schemas.microsoft.com/office/drawing/2014/main" id="{67601613-0971-4FE2-BE3E-616737A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455866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9" name="bond-129">
            <a:extLst xmlns:a="http://schemas.openxmlformats.org/drawingml/2006/main">
              <a:ext uri="{FF2B5EF4-FFF2-40B4-BE49-F238E27FC236}">
                <a16:creationId xmlns:a16="http://schemas.microsoft.com/office/drawing/2014/main" id="{B2DF81F5-4E3A-45BF-9C35-CD4BFDE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3" y="455866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0" name="text-HO-130">
            <a:extLst xmlns:a="http://schemas.openxmlformats.org/drawingml/2006/main">
              <a:ext uri="{FF2B5EF4-FFF2-40B4-BE49-F238E27FC236}">
                <a16:creationId xmlns:a16="http://schemas.microsoft.com/office/drawing/2014/main" id="{D4EA8FD1-C592-4A44-9B9F-C502ED14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" y="448478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31" name="bond-131">
            <a:extLst xmlns:a="http://schemas.openxmlformats.org/drawingml/2006/main">
              <a:ext uri="{FF2B5EF4-FFF2-40B4-BE49-F238E27FC236}">
                <a16:creationId xmlns:a16="http://schemas.microsoft.com/office/drawing/2014/main" id="{FB76DD4A-BA86-4E57-8E26-49C7860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437197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2" name="text-OH-132">
            <a:extLst xmlns:a="http://schemas.openxmlformats.org/drawingml/2006/main">
              <a:ext uri="{FF2B5EF4-FFF2-40B4-BE49-F238E27FC236}">
                <a16:creationId xmlns:a16="http://schemas.microsoft.com/office/drawing/2014/main" id="{DD455B7F-B171-4C5D-AFA1-20A046C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426476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3" name="bond-133">
            <a:extLst xmlns:a="http://schemas.openxmlformats.org/drawingml/2006/main">
              <a:ext uri="{FF2B5EF4-FFF2-40B4-BE49-F238E27FC236}">
                <a16:creationId xmlns:a16="http://schemas.microsoft.com/office/drawing/2014/main" id="{ECF0CECA-D70C-4F1B-A8C1-B5F68C53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3" y="4672012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4" name="text-OH-134">
            <a:extLst xmlns:a="http://schemas.openxmlformats.org/drawingml/2006/main">
              <a:ext uri="{FF2B5EF4-FFF2-40B4-BE49-F238E27FC236}">
                <a16:creationId xmlns:a16="http://schemas.microsoft.com/office/drawing/2014/main" id="{3372EA88-329A-45F0-B617-1B808FB8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484483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5" name="bond-135">
            <a:extLst xmlns:a="http://schemas.openxmlformats.org/drawingml/2006/main">
              <a:ext uri="{FF2B5EF4-FFF2-40B4-BE49-F238E27FC236}">
                <a16:creationId xmlns:a16="http://schemas.microsoft.com/office/drawing/2014/main" id="{F1DB4D7C-2A0C-43AF-91D0-D51CCB2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437197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6" name="text-OH-136">
            <a:extLst xmlns:a="http://schemas.openxmlformats.org/drawingml/2006/main">
              <a:ext uri="{FF2B5EF4-FFF2-40B4-BE49-F238E27FC236}">
                <a16:creationId xmlns:a16="http://schemas.microsoft.com/office/drawing/2014/main" id="{7490971E-8BA2-485A-8617-E6918AD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426476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7" name="bond-137">
            <a:extLst xmlns:a="http://schemas.openxmlformats.org/drawingml/2006/main">
              <a:ext uri="{FF2B5EF4-FFF2-40B4-BE49-F238E27FC236}">
                <a16:creationId xmlns:a16="http://schemas.microsoft.com/office/drawing/2014/main" id="{28D784E2-4E90-4BD6-A13B-45E6BAE5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455866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38" name="bond-138">
            <a:extLst xmlns:a="http://schemas.openxmlformats.org/drawingml/2006/main">
              <a:ext uri="{FF2B5EF4-FFF2-40B4-BE49-F238E27FC236}">
                <a16:creationId xmlns:a16="http://schemas.microsoft.com/office/drawing/2014/main" id="{F205D98D-E174-4253-AC18-F390680D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72012"/>
            <a:ext cx="95" cy="180023"/>
          </a:xfrm>
          <a:custGeom xmlns:a="http://schemas.openxmlformats.org/drawingml/2006/main">
            <a:pathLst>
              <a:path w="95" h="180023">
                <a:moveTo>
                  <a:pt x="0" y="0"/>
                </a:moveTo>
                <a:lnTo>
                  <a:pt x="0" y="18002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39" name="text-O-139">
            <a:extLst xmlns:a="http://schemas.openxmlformats.org/drawingml/2006/main">
              <a:ext uri="{FF2B5EF4-FFF2-40B4-BE49-F238E27FC236}">
                <a16:creationId xmlns:a16="http://schemas.microsoft.com/office/drawing/2014/main" id="{B6D7692D-A08A-48F7-A883-55CA7EF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483816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20B4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40" name="bond-140">
            <a:extLst xmlns:a="http://schemas.openxmlformats.org/drawingml/2006/main">
              <a:ext uri="{FF2B5EF4-FFF2-40B4-BE49-F238E27FC236}">
                <a16:creationId xmlns:a16="http://schemas.microsoft.com/office/drawing/2014/main" id="{9B9FD7B3-7312-4320-A621-9A88EED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12005"/>
            <a:ext cx="106680" cy="60007"/>
          </a:xfrm>
          <a:custGeom xmlns:a="http://schemas.openxmlformats.org/drawingml/2006/main">
            <a:pathLst>
              <a:path w="106680" h="60007">
                <a:moveTo>
                  <a:pt x="0" y="60007"/>
                </a:moveTo>
                <a:lnTo>
                  <a:pt x="1066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41" name="bond-141">
            <a:extLst xmlns:a="http://schemas.openxmlformats.org/drawingml/2006/main">
              <a:ext uri="{FF2B5EF4-FFF2-40B4-BE49-F238E27FC236}">
                <a16:creationId xmlns:a16="http://schemas.microsoft.com/office/drawing/2014/main" id="{A93C5237-BA81-403A-A247-1A60D23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5" y="4558665"/>
            <a:ext cx="86677" cy="53340"/>
          </a:xfrm>
          <a:custGeom xmlns:a="http://schemas.openxmlformats.org/drawingml/2006/main">
            <a:pathLst>
              <a:path w="86677" h="53340">
                <a:moveTo>
                  <a:pt x="0" y="53340"/>
                </a:moveTo>
                <a:lnTo>
                  <a:pt x="866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2" name="bond-142">
            <a:extLst xmlns:a="http://schemas.openxmlformats.org/drawingml/2006/main">
              <a:ext uri="{FF2B5EF4-FFF2-40B4-BE49-F238E27FC236}">
                <a16:creationId xmlns:a16="http://schemas.microsoft.com/office/drawing/2014/main" id="{81A34B58-F0E8-4B33-9FA1-76EEDE19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383" y="4558665"/>
            <a:ext cx="153352" cy="86678"/>
          </a:xfrm>
          <a:custGeom xmlns:a="http://schemas.openxmlformats.org/drawingml/2006/main">
            <a:pathLst>
              <a:path w="153352" h="86678">
                <a:moveTo>
                  <a:pt x="0" y="0"/>
                </a:moveTo>
                <a:lnTo>
                  <a:pt x="153352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3" name="text-OH-143">
            <a:extLst xmlns:a="http://schemas.openxmlformats.org/drawingml/2006/main">
              <a:ext uri="{FF2B5EF4-FFF2-40B4-BE49-F238E27FC236}">
                <a16:creationId xmlns:a16="http://schemas.microsoft.com/office/drawing/2014/main" id="{2A053480-C7E3-46DD-A559-B341819D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461147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44" name="text-Ketohexose-144">
            <a:extLst xmlns:a="http://schemas.openxmlformats.org/drawingml/2006/main">
              <a:ext uri="{FF2B5EF4-FFF2-40B4-BE49-F238E27FC236}">
                <a16:creationId xmlns:a16="http://schemas.microsoft.com/office/drawing/2014/main" id="{59030EA2-7A6F-4C96-A61C-422BEE1B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4074"/>
            <a:ext cx="14668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Ketohexose</a:t>
            </a:r>
          </a:p>
        </p:txBody>
      </p:sp>
      <p:sp>
        <p:nvSpPr>
          <p:cNvPr id="145" name="bond-145">
            <a:extLst xmlns:a="http://schemas.openxmlformats.org/drawingml/2006/main">
              <a:ext uri="{FF2B5EF4-FFF2-40B4-BE49-F238E27FC236}">
                <a16:creationId xmlns:a16="http://schemas.microsoft.com/office/drawing/2014/main" id="{18670EE7-21A7-4A57-B7FF-5AD2B49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05337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6" name="bond-146">
            <a:extLst xmlns:a="http://schemas.openxmlformats.org/drawingml/2006/main">
              <a:ext uri="{FF2B5EF4-FFF2-40B4-BE49-F238E27FC236}">
                <a16:creationId xmlns:a16="http://schemas.microsoft.com/office/drawing/2014/main" id="{320CC09F-5FBB-48DA-8FE7-0CA3D12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4558665"/>
            <a:ext cx="73342" cy="46672"/>
          </a:xfrm>
          <a:custGeom xmlns:a="http://schemas.openxmlformats.org/drawingml/2006/main">
            <a:pathLst>
              <a:path w="73342" h="46672">
                <a:moveTo>
                  <a:pt x="0" y="0"/>
                </a:moveTo>
                <a:lnTo>
                  <a:pt x="73342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7" name="bond-147">
            <a:extLst xmlns:a="http://schemas.openxmlformats.org/drawingml/2006/main">
              <a:ext uri="{FF2B5EF4-FFF2-40B4-BE49-F238E27FC236}">
                <a16:creationId xmlns:a16="http://schemas.microsoft.com/office/drawing/2014/main" id="{5C4716A2-5157-42C8-9D18-8BB67CC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4605337"/>
            <a:ext cx="73342" cy="46673"/>
          </a:xfrm>
          <a:custGeom xmlns:a="http://schemas.openxmlformats.org/drawingml/2006/main">
            <a:pathLst>
              <a:path w="73342" h="46673">
                <a:moveTo>
                  <a:pt x="0" y="46673"/>
                </a:moveTo>
                <a:lnTo>
                  <a:pt x="733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8" name="text-NAH-148">
            <a:extLst xmlns:a="http://schemas.openxmlformats.org/drawingml/2006/main">
              <a:ext uri="{FF2B5EF4-FFF2-40B4-BE49-F238E27FC236}">
                <a16:creationId xmlns:a16="http://schemas.microsoft.com/office/drawing/2014/main" id="{2E865D47-848C-4493-85DF-FC61E41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127" y="4408513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NAH</a:t>
            </a:r>
          </a:p>
        </p:txBody>
      </p:sp>
      <p:sp>
        <p:nvSpPr>
          <p:cNvPr id="149" name="text-derivatization-149">
            <a:extLst xmlns:a="http://schemas.openxmlformats.org/drawingml/2006/main">
              <a:ext uri="{FF2B5EF4-FFF2-40B4-BE49-F238E27FC236}">
                <a16:creationId xmlns:a16="http://schemas.microsoft.com/office/drawing/2014/main" id="{17C4FDCB-1017-48AA-A1FF-7DBC8D6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701883"/>
            <a:ext cx="100012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derivatization</a:t>
            </a:r>
          </a:p>
        </p:txBody>
      </p:sp>
      <p:sp>
        <p:nvSpPr>
          <p:cNvPr id="150" name="bond-150">
            <a:extLst xmlns:a="http://schemas.openxmlformats.org/drawingml/2006/main">
              <a:ext uri="{FF2B5EF4-FFF2-40B4-BE49-F238E27FC236}">
                <a16:creationId xmlns:a16="http://schemas.microsoft.com/office/drawing/2014/main" id="{E56D31FF-63B3-4B9B-B89F-4DE5A0F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732020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1" name="bond-151">
            <a:extLst xmlns:a="http://schemas.openxmlformats.org/drawingml/2006/main">
              <a:ext uri="{FF2B5EF4-FFF2-40B4-BE49-F238E27FC236}">
                <a16:creationId xmlns:a16="http://schemas.microsoft.com/office/drawing/2014/main" id="{F71C4421-4B49-497B-8D01-3BAD70F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3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2" name="bond-152">
            <a:extLst xmlns:a="http://schemas.openxmlformats.org/drawingml/2006/main">
              <a:ext uri="{FF2B5EF4-FFF2-40B4-BE49-F238E27FC236}">
                <a16:creationId xmlns:a16="http://schemas.microsoft.com/office/drawing/2014/main" id="{16B92F8A-18A8-42EA-93F4-C94332A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70535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0"/>
                </a:moveTo>
                <a:lnTo>
                  <a:pt x="193358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3" name="bond-153">
            <a:extLst xmlns:a="http://schemas.openxmlformats.org/drawingml/2006/main">
              <a:ext uri="{FF2B5EF4-FFF2-40B4-BE49-F238E27FC236}">
                <a16:creationId xmlns:a16="http://schemas.microsoft.com/office/drawing/2014/main" id="{720DB03B-617B-4FAF-AE0A-345B05E6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55" y="470535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113348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4" name="text-HO-154">
            <a:extLst xmlns:a="http://schemas.openxmlformats.org/drawingml/2006/main">
              <a:ext uri="{FF2B5EF4-FFF2-40B4-BE49-F238E27FC236}">
                <a16:creationId xmlns:a16="http://schemas.microsoft.com/office/drawing/2014/main" id="{1DBAE48B-957A-4497-95F8-BE5D14C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465147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55" name="bond-155">
            <a:extLst xmlns:a="http://schemas.openxmlformats.org/drawingml/2006/main">
              <a:ext uri="{FF2B5EF4-FFF2-40B4-BE49-F238E27FC236}">
                <a16:creationId xmlns:a16="http://schemas.microsoft.com/office/drawing/2014/main" id="{2E9EC42D-F050-4117-BFDA-94BE692D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51866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6" name="text-OH-156">
            <a:extLst xmlns:a="http://schemas.openxmlformats.org/drawingml/2006/main">
              <a:ext uri="{FF2B5EF4-FFF2-40B4-BE49-F238E27FC236}">
                <a16:creationId xmlns:a16="http://schemas.microsoft.com/office/drawing/2014/main" id="{220858E5-1A89-4BFB-ADDF-8BB0418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114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57" name="bond-157">
            <a:extLst xmlns:a="http://schemas.openxmlformats.org/drawingml/2006/main">
              <a:ext uri="{FF2B5EF4-FFF2-40B4-BE49-F238E27FC236}">
                <a16:creationId xmlns:a16="http://schemas.microsoft.com/office/drawing/2014/main" id="{E701AE23-96D4-4E1C-88DF-0598CEF0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55" y="481869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8" name="text-OH-158">
            <a:extLst xmlns:a="http://schemas.openxmlformats.org/drawingml/2006/main">
              <a:ext uri="{FF2B5EF4-FFF2-40B4-BE49-F238E27FC236}">
                <a16:creationId xmlns:a16="http://schemas.microsoft.com/office/drawing/2014/main" id="{69BF0420-BB8D-42D6-B028-DCF917C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83" y="499151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59" name="bond-159">
            <a:extLst xmlns:a="http://schemas.openxmlformats.org/drawingml/2006/main">
              <a:ext uri="{FF2B5EF4-FFF2-40B4-BE49-F238E27FC236}">
                <a16:creationId xmlns:a16="http://schemas.microsoft.com/office/drawing/2014/main" id="{143D83F8-A50C-42EA-B739-524D923D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51866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0" name="text-OH-160">
            <a:extLst xmlns:a="http://schemas.openxmlformats.org/drawingml/2006/main">
              <a:ext uri="{FF2B5EF4-FFF2-40B4-BE49-F238E27FC236}">
                <a16:creationId xmlns:a16="http://schemas.microsoft.com/office/drawing/2014/main" id="{6468D10A-6056-44FA-A57E-2FBC4AE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4114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1" name="bond-161">
            <a:extLst xmlns:a="http://schemas.openxmlformats.org/drawingml/2006/main">
              <a:ext uri="{FF2B5EF4-FFF2-40B4-BE49-F238E27FC236}">
                <a16:creationId xmlns:a16="http://schemas.microsoft.com/office/drawing/2014/main" id="{F2CA10CF-5DA1-4CF1-926C-2F79A2E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2" name="bond-162">
            <a:extLst xmlns:a="http://schemas.openxmlformats.org/drawingml/2006/main">
              <a:ext uri="{FF2B5EF4-FFF2-40B4-BE49-F238E27FC236}">
                <a16:creationId xmlns:a16="http://schemas.microsoft.com/office/drawing/2014/main" id="{BC8E6DFA-C253-41C6-9754-7530D67B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481869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3" name="bond-163">
            <a:extLst xmlns:a="http://schemas.openxmlformats.org/drawingml/2006/main">
              <a:ext uri="{FF2B5EF4-FFF2-40B4-BE49-F238E27FC236}">
                <a16:creationId xmlns:a16="http://schemas.microsoft.com/office/drawing/2014/main" id="{8EA3E3CD-B299-4DEB-986B-D75C3BE6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5045392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4" name="text-OH-164">
            <a:extLst xmlns:a="http://schemas.openxmlformats.org/drawingml/2006/main">
              <a:ext uri="{FF2B5EF4-FFF2-40B4-BE49-F238E27FC236}">
                <a16:creationId xmlns:a16="http://schemas.microsoft.com/office/drawing/2014/main" id="{2F71D063-1ED1-4CC4-AEF4-7D1A1E0A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455" y="509819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5" name="bond-165">
            <a:extLst xmlns:a="http://schemas.openxmlformats.org/drawingml/2006/main">
              <a:ext uri="{FF2B5EF4-FFF2-40B4-BE49-F238E27FC236}">
                <a16:creationId xmlns:a16="http://schemas.microsoft.com/office/drawing/2014/main" id="{FDF88E32-8D0E-45D8-891C-700582D6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64" y="4757039"/>
            <a:ext cx="133350" cy="73343"/>
          </a:xfrm>
          <a:custGeom xmlns:a="http://schemas.openxmlformats.org/drawingml/2006/main">
            <a:pathLst>
              <a:path w="133350" h="73343">
                <a:moveTo>
                  <a:pt x="0" y="73343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6" name="bond-166">
            <a:extLst xmlns:a="http://schemas.openxmlformats.org/drawingml/2006/main">
              <a:ext uri="{FF2B5EF4-FFF2-40B4-BE49-F238E27FC236}">
                <a16:creationId xmlns:a16="http://schemas.microsoft.com/office/drawing/2014/main" id="{C458E955-C09C-4783-918A-BAA1A62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011" y="4733671"/>
            <a:ext cx="133350" cy="73342"/>
          </a:xfrm>
          <a:custGeom xmlns:a="http://schemas.openxmlformats.org/drawingml/2006/main">
            <a:pathLst>
              <a:path w="133350" h="73342">
                <a:moveTo>
                  <a:pt x="0" y="73342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7" name="text-N-167">
            <a:extLst xmlns:a="http://schemas.openxmlformats.org/drawingml/2006/main">
              <a:ext uri="{FF2B5EF4-FFF2-40B4-BE49-F238E27FC236}">
                <a16:creationId xmlns:a16="http://schemas.microsoft.com/office/drawing/2014/main" id="{E896135C-86D1-41A2-8493-BC8A917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117" y="464480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8" name="bond-168">
            <a:extLst xmlns:a="http://schemas.openxmlformats.org/drawingml/2006/main">
              <a:ext uri="{FF2B5EF4-FFF2-40B4-BE49-F238E27FC236}">
                <a16:creationId xmlns:a16="http://schemas.microsoft.com/office/drawing/2014/main" id="{BE631D53-2971-41C4-9D57-B8AC7E3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467" y="4745355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69" name="text-N-169">
            <a:extLst xmlns:a="http://schemas.openxmlformats.org/drawingml/2006/main">
              <a:ext uri="{FF2B5EF4-FFF2-40B4-BE49-F238E27FC236}">
                <a16:creationId xmlns:a16="http://schemas.microsoft.com/office/drawing/2014/main" id="{DD01CBEE-3779-4DE8-9541-53652E5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75815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0" name="text-H-170">
            <a:extLst xmlns:a="http://schemas.openxmlformats.org/drawingml/2006/main">
              <a:ext uri="{FF2B5EF4-FFF2-40B4-BE49-F238E27FC236}">
                <a16:creationId xmlns:a16="http://schemas.microsoft.com/office/drawing/2014/main" id="{85068552-F843-4594-887F-8C5193B9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879772"/>
            <a:ext cx="173355" cy="10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1" name="bond-171">
            <a:extLst xmlns:a="http://schemas.openxmlformats.org/drawingml/2006/main">
              <a:ext uri="{FF2B5EF4-FFF2-40B4-BE49-F238E27FC236}">
                <a16:creationId xmlns:a16="http://schemas.microsoft.com/office/drawing/2014/main" id="{EE0696DA-6035-4B8D-8962-12CB86F4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492" y="4705350"/>
            <a:ext cx="146685" cy="93345"/>
          </a:xfrm>
          <a:custGeom xmlns:a="http://schemas.openxmlformats.org/drawingml/2006/main">
            <a:pathLst>
              <a:path w="146685" h="93345">
                <a:moveTo>
                  <a:pt x="0" y="93345"/>
                </a:moveTo>
                <a:lnTo>
                  <a:pt x="1466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2" name="bond-172">
            <a:extLst xmlns:a="http://schemas.openxmlformats.org/drawingml/2006/main">
              <a:ext uri="{FF2B5EF4-FFF2-40B4-BE49-F238E27FC236}">
                <a16:creationId xmlns:a16="http://schemas.microsoft.com/office/drawing/2014/main" id="{5E49931F-145A-4E1D-A54A-77C4E7C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4538662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3" name="bond-173">
            <a:extLst xmlns:a="http://schemas.openxmlformats.org/drawingml/2006/main">
              <a:ext uri="{FF2B5EF4-FFF2-40B4-BE49-F238E27FC236}">
                <a16:creationId xmlns:a16="http://schemas.microsoft.com/office/drawing/2014/main" id="{4F896341-30B8-45E6-93E1-F053BBD6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842" y="4538662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4" name="text-O-174">
            <a:extLst xmlns:a="http://schemas.openxmlformats.org/drawingml/2006/main">
              <a:ext uri="{FF2B5EF4-FFF2-40B4-BE49-F238E27FC236}">
                <a16:creationId xmlns:a16="http://schemas.microsoft.com/office/drawing/2014/main" id="{6D11A49B-D406-41FD-B98B-FD491C3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811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5" name="bond-175">
            <a:extLst xmlns:a="http://schemas.openxmlformats.org/drawingml/2006/main">
              <a:ext uri="{FF2B5EF4-FFF2-40B4-BE49-F238E27FC236}">
                <a16:creationId xmlns:a16="http://schemas.microsoft.com/office/drawing/2014/main" id="{032E7EA6-6BDC-481C-BB22-A8602C2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177" y="470535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0"/>
                </a:moveTo>
                <a:lnTo>
                  <a:pt x="193358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6" name="bond-176">
            <a:extLst xmlns:a="http://schemas.openxmlformats.org/drawingml/2006/main">
              <a:ext uri="{FF2B5EF4-FFF2-40B4-BE49-F238E27FC236}">
                <a16:creationId xmlns:a16="http://schemas.microsoft.com/office/drawing/2014/main" id="{D5C34CD6-F247-4B59-9230-F4165C2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70535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113348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7" name="bond-177">
            <a:extLst xmlns:a="http://schemas.openxmlformats.org/drawingml/2006/main">
              <a:ext uri="{FF2B5EF4-FFF2-40B4-BE49-F238E27FC236}">
                <a16:creationId xmlns:a16="http://schemas.microsoft.com/office/drawing/2014/main" id="{682A5B13-3641-4E09-AD37-EE2D9239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02526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8" name="bond-178">
            <a:extLst xmlns:a="http://schemas.openxmlformats.org/drawingml/2006/main">
              <a:ext uri="{FF2B5EF4-FFF2-40B4-BE49-F238E27FC236}">
                <a16:creationId xmlns:a16="http://schemas.microsoft.com/office/drawing/2014/main" id="{801C6CEE-3AAF-495E-8534-16A8C0A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02526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9" name="bond-179">
            <a:extLst xmlns:a="http://schemas.openxmlformats.org/drawingml/2006/main">
              <a:ext uri="{FF2B5EF4-FFF2-40B4-BE49-F238E27FC236}">
                <a16:creationId xmlns:a16="http://schemas.microsoft.com/office/drawing/2014/main" id="{DD19FBFC-7308-44DA-847E-BA83973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13861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0" name="bond-180">
            <a:extLst xmlns:a="http://schemas.openxmlformats.org/drawingml/2006/main">
              <a:ext uri="{FF2B5EF4-FFF2-40B4-BE49-F238E27FC236}">
                <a16:creationId xmlns:a16="http://schemas.microsoft.com/office/drawing/2014/main" id="{16FED508-4700-4ABF-937F-9848F29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1" name="bond-181">
            <a:extLst xmlns:a="http://schemas.openxmlformats.org/drawingml/2006/main">
              <a:ext uri="{FF2B5EF4-FFF2-40B4-BE49-F238E27FC236}">
                <a16:creationId xmlns:a16="http://schemas.microsoft.com/office/drawing/2014/main" id="{9BBC4EF0-4091-4506-80EB-5AA175E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2" name="bond-182">
            <a:extLst xmlns:a="http://schemas.openxmlformats.org/drawingml/2006/main">
              <a:ext uri="{FF2B5EF4-FFF2-40B4-BE49-F238E27FC236}">
                <a16:creationId xmlns:a16="http://schemas.microsoft.com/office/drawing/2014/main" id="{0489139E-6608-4037-B5E3-C1FD10B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13861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3" name="bond-183">
            <a:extLst xmlns:a="http://schemas.openxmlformats.org/drawingml/2006/main">
              <a:ext uri="{FF2B5EF4-FFF2-40B4-BE49-F238E27FC236}">
                <a16:creationId xmlns:a16="http://schemas.microsoft.com/office/drawing/2014/main" id="{EA60BF1A-ADAA-4273-859C-B38A7B7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407060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4" name="bond-184">
            <a:extLst xmlns:a="http://schemas.openxmlformats.org/drawingml/2006/main">
              <a:ext uri="{FF2B5EF4-FFF2-40B4-BE49-F238E27FC236}">
                <a16:creationId xmlns:a16="http://schemas.microsoft.com/office/drawing/2014/main" id="{7ADF883B-1939-4929-862C-CABE5DF3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580" y="416128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5" name="bond-185">
            <a:extLst xmlns:a="http://schemas.openxmlformats.org/drawingml/2006/main">
              <a:ext uri="{FF2B5EF4-FFF2-40B4-BE49-F238E27FC236}">
                <a16:creationId xmlns:a16="http://schemas.microsoft.com/office/drawing/2014/main" id="{BFFE054C-E7BF-42F9-A47E-2F22D48E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434263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6" name="bond-186">
            <a:extLst xmlns:a="http://schemas.openxmlformats.org/drawingml/2006/main">
              <a:ext uri="{FF2B5EF4-FFF2-40B4-BE49-F238E27FC236}">
                <a16:creationId xmlns:a16="http://schemas.microsoft.com/office/drawing/2014/main" id="{BF1E834E-D132-4BB0-A470-AB64FA0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7" name="bond-187">
            <a:extLst xmlns:a="http://schemas.openxmlformats.org/drawingml/2006/main">
              <a:ext uri="{FF2B5EF4-FFF2-40B4-BE49-F238E27FC236}">
                <a16:creationId xmlns:a16="http://schemas.microsoft.com/office/drawing/2014/main" id="{B75BB7AB-BD56-4A8C-8A22-8710A9F1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478655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8" name="bond-188">
            <a:extLst xmlns:a="http://schemas.openxmlformats.org/drawingml/2006/main">
              <a:ext uri="{FF2B5EF4-FFF2-40B4-BE49-F238E27FC236}">
                <a16:creationId xmlns:a16="http://schemas.microsoft.com/office/drawing/2014/main" id="{D5C0AAC8-9ECB-48C5-ADF6-733E5ED1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9" name="bond-189">
            <a:extLst xmlns:a="http://schemas.openxmlformats.org/drawingml/2006/main">
              <a:ext uri="{FF2B5EF4-FFF2-40B4-BE49-F238E27FC236}">
                <a16:creationId xmlns:a16="http://schemas.microsoft.com/office/drawing/2014/main" id="{BD748A2B-E721-413C-97B3-D7B75F3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0" name="bond-190">
            <a:extLst xmlns:a="http://schemas.openxmlformats.org/drawingml/2006/main">
              <a:ext uri="{FF2B5EF4-FFF2-40B4-BE49-F238E27FC236}">
                <a16:creationId xmlns:a16="http://schemas.microsoft.com/office/drawing/2014/main" id="{66EC5260-629F-4071-82CD-D9645761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478655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1" name="bond-191">
            <a:extLst xmlns:a="http://schemas.openxmlformats.org/drawingml/2006/main">
              <a:ext uri="{FF2B5EF4-FFF2-40B4-BE49-F238E27FC236}">
                <a16:creationId xmlns:a16="http://schemas.microsoft.com/office/drawing/2014/main" id="{28106943-2DEA-4168-8EA4-F3A7D97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2" name="bond-192">
            <a:extLst xmlns:a="http://schemas.openxmlformats.org/drawingml/2006/main">
              <a:ext uri="{FF2B5EF4-FFF2-40B4-BE49-F238E27FC236}">
                <a16:creationId xmlns:a16="http://schemas.microsoft.com/office/drawing/2014/main" id="{7987C664-F030-43F7-9E3E-D54E972B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605" y="4501325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3" name="bond-193">
            <a:extLst xmlns:a="http://schemas.openxmlformats.org/drawingml/2006/main">
              <a:ext uri="{FF2B5EF4-FFF2-40B4-BE49-F238E27FC236}">
                <a16:creationId xmlns:a16="http://schemas.microsoft.com/office/drawing/2014/main" id="{993A7069-9982-4D4B-8618-5C3E07A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4682681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4" name="bond-194">
            <a:extLst xmlns:a="http://schemas.openxmlformats.org/drawingml/2006/main">
              <a:ext uri="{FF2B5EF4-FFF2-40B4-BE49-F238E27FC236}">
                <a16:creationId xmlns:a16="http://schemas.microsoft.com/office/drawing/2014/main" id="{D82B7E3D-3153-4A0A-9CD0-3C9A2DBB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4605337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5" name="bond-195">
            <a:extLst xmlns:a="http://schemas.openxmlformats.org/drawingml/2006/main">
              <a:ext uri="{FF2B5EF4-FFF2-40B4-BE49-F238E27FC236}">
                <a16:creationId xmlns:a16="http://schemas.microsoft.com/office/drawing/2014/main" id="{80EB2C5F-44CC-4821-AADA-F08F2E4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35" y="4558665"/>
            <a:ext cx="73342" cy="46672"/>
          </a:xfrm>
          <a:custGeom xmlns:a="http://schemas.openxmlformats.org/drawingml/2006/main">
            <a:pathLst>
              <a:path w="73342" h="46672">
                <a:moveTo>
                  <a:pt x="0" y="0"/>
                </a:moveTo>
                <a:lnTo>
                  <a:pt x="73342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6" name="bond-196">
            <a:extLst xmlns:a="http://schemas.openxmlformats.org/drawingml/2006/main">
              <a:ext uri="{FF2B5EF4-FFF2-40B4-BE49-F238E27FC236}">
                <a16:creationId xmlns:a16="http://schemas.microsoft.com/office/drawing/2014/main" id="{8FCDACCD-A374-498F-A8CD-5C54907E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35" y="4605337"/>
            <a:ext cx="73342" cy="46673"/>
          </a:xfrm>
          <a:custGeom xmlns:a="http://schemas.openxmlformats.org/drawingml/2006/main">
            <a:pathLst>
              <a:path w="73342" h="46673">
                <a:moveTo>
                  <a:pt x="0" y="46673"/>
                </a:moveTo>
                <a:lnTo>
                  <a:pt x="733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7" name="text-MS/MS-197">
            <a:extLst xmlns:a="http://schemas.openxmlformats.org/drawingml/2006/main">
              <a:ext uri="{FF2B5EF4-FFF2-40B4-BE49-F238E27FC236}">
                <a16:creationId xmlns:a16="http://schemas.microsoft.com/office/drawing/2014/main" id="{A8754E0D-9F22-4110-87E8-A508DB98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039" y="4408513"/>
            <a:ext cx="351377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MS/MS</a:t>
            </a:r>
          </a:p>
        </p:txBody>
      </p:sp>
      <p:sp>
        <p:nvSpPr>
          <p:cNvPr id="198" name="text-HN-198">
            <a:extLst xmlns:a="http://schemas.openxmlformats.org/drawingml/2006/main">
              <a:ext uri="{FF2B5EF4-FFF2-40B4-BE49-F238E27FC236}">
                <a16:creationId xmlns:a16="http://schemas.microsoft.com/office/drawing/2014/main" id="{497CA97E-D737-4C72-ABDF-549F826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047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20B4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199" name="bond-199">
            <a:extLst xmlns:a="http://schemas.openxmlformats.org/drawingml/2006/main">
              <a:ext uri="{FF2B5EF4-FFF2-40B4-BE49-F238E27FC236}">
                <a16:creationId xmlns:a16="http://schemas.microsoft.com/office/drawing/2014/main" id="{5F9203DF-240E-43AB-AE63-13CCA09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4598670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0"/>
                </a:moveTo>
                <a:lnTo>
                  <a:pt x="140018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00" name="bond-200">
            <a:extLst xmlns:a="http://schemas.openxmlformats.org/drawingml/2006/main">
              <a:ext uri="{FF2B5EF4-FFF2-40B4-BE49-F238E27FC236}">
                <a16:creationId xmlns:a16="http://schemas.microsoft.com/office/drawing/2014/main" id="{B84D063D-55A7-4C01-BE81-50E93D5D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678680"/>
            <a:ext cx="95" cy="120015"/>
          </a:xfrm>
          <a:custGeom xmlns:a="http://schemas.openxmlformats.org/drawingml/2006/main">
            <a:pathLst>
              <a:path w="95" h="120015">
                <a:moveTo>
                  <a:pt x="0" y="0"/>
                </a:moveTo>
                <a:lnTo>
                  <a:pt x="0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01" name="bond-201">
            <a:extLst xmlns:a="http://schemas.openxmlformats.org/drawingml/2006/main">
              <a:ext uri="{FF2B5EF4-FFF2-40B4-BE49-F238E27FC236}">
                <a16:creationId xmlns:a16="http://schemas.microsoft.com/office/drawing/2014/main" id="{D51976BA-9C52-4BD0-BCDF-D2EF5912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798695"/>
            <a:ext cx="95" cy="106680"/>
          </a:xfrm>
          <a:custGeom xmlns:a="http://schemas.openxmlformats.org/drawingml/2006/main">
            <a:pathLst>
              <a:path w="95" h="106680">
                <a:moveTo>
                  <a:pt x="0" y="0"/>
                </a:move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2" name="bond-202">
            <a:extLst xmlns:a="http://schemas.openxmlformats.org/drawingml/2006/main">
              <a:ext uri="{FF2B5EF4-FFF2-40B4-BE49-F238E27FC236}">
                <a16:creationId xmlns:a16="http://schemas.microsoft.com/office/drawing/2014/main" id="{76AB8282-AF8E-4865-A5AE-CBC3D0A5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4905375"/>
            <a:ext cx="146685" cy="86678"/>
          </a:xfrm>
          <a:custGeom xmlns:a="http://schemas.openxmlformats.org/drawingml/2006/main">
            <a:pathLst>
              <a:path w="146685" h="86678">
                <a:moveTo>
                  <a:pt x="146685" y="0"/>
                </a:moveTo>
                <a:lnTo>
                  <a:pt x="0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3" name="text-HO-203">
            <a:extLst xmlns:a="http://schemas.openxmlformats.org/drawingml/2006/main">
              <a:ext uri="{FF2B5EF4-FFF2-40B4-BE49-F238E27FC236}">
                <a16:creationId xmlns:a16="http://schemas.microsoft.com/office/drawing/2014/main" id="{7C12BEED-C4A5-4E76-80DF-E058C6A4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58" y="496484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204" name="bond-204">
            <a:extLst xmlns:a="http://schemas.openxmlformats.org/drawingml/2006/main">
              <a:ext uri="{FF2B5EF4-FFF2-40B4-BE49-F238E27FC236}">
                <a16:creationId xmlns:a16="http://schemas.microsoft.com/office/drawing/2014/main" id="{AEEB2CDF-92F4-4720-BCF3-09F2189F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565333"/>
            <a:ext cx="180022" cy="113348"/>
          </a:xfrm>
          <a:custGeom xmlns:a="http://schemas.openxmlformats.org/drawingml/2006/main">
            <a:pathLst>
              <a:path w="180022" h="113348">
                <a:moveTo>
                  <a:pt x="0" y="113348"/>
                </a:moveTo>
                <a:lnTo>
                  <a:pt x="180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5" name="bond-205">
            <a:extLst xmlns:a="http://schemas.openxmlformats.org/drawingml/2006/main">
              <a:ext uri="{FF2B5EF4-FFF2-40B4-BE49-F238E27FC236}">
                <a16:creationId xmlns:a16="http://schemas.microsoft.com/office/drawing/2014/main" id="{032BDEF5-481A-4C1E-A795-DF6DDAC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398645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6" name="bond-206">
            <a:extLst xmlns:a="http://schemas.openxmlformats.org/drawingml/2006/main">
              <a:ext uri="{FF2B5EF4-FFF2-40B4-BE49-F238E27FC236}">
                <a16:creationId xmlns:a16="http://schemas.microsoft.com/office/drawing/2014/main" id="{28DCA211-23F2-46B6-8655-6BFD4D41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398645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7" name="text-O-207">
            <a:extLst xmlns:a="http://schemas.openxmlformats.org/drawingml/2006/main">
              <a:ext uri="{FF2B5EF4-FFF2-40B4-BE49-F238E27FC236}">
                <a16:creationId xmlns:a16="http://schemas.microsoft.com/office/drawing/2014/main" id="{3E75FE35-4A02-48A0-BDA3-82EDC7A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543" y="427809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08" name="text-Na⁺-208">
            <a:extLst xmlns:a="http://schemas.openxmlformats.org/drawingml/2006/main">
              <a:ext uri="{FF2B5EF4-FFF2-40B4-BE49-F238E27FC236}">
                <a16:creationId xmlns:a16="http://schemas.microsoft.com/office/drawing/2014/main" id="{F2CA2009-A065-41E9-9D12-7A2006A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2" y="4155148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209" name="text-m/z 110.0-209">
            <a:extLst xmlns:a="http://schemas.openxmlformats.org/drawingml/2006/main">
              <a:ext uri="{FF2B5EF4-FFF2-40B4-BE49-F238E27FC236}">
                <a16:creationId xmlns:a16="http://schemas.microsoft.com/office/drawing/2014/main" id="{9FE6E60A-ED70-421A-8535-9024EA3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5498249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110.0</a:t>
            </a:r>
          </a:p>
        </p:txBody>
      </p:sp>
      <p:sp>
        <p:nvSpPr>
          <p:cNvPr id="210" name="text-+-210">
            <a:extLst xmlns:a="http://schemas.openxmlformats.org/drawingml/2006/main">
              <a:ext uri="{FF2B5EF4-FFF2-40B4-BE49-F238E27FC236}">
                <a16:creationId xmlns:a16="http://schemas.microsoft.com/office/drawing/2014/main" id="{FD9A8B4B-CE52-4765-AB03-9CA4FE1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622" y="4587469"/>
            <a:ext cx="173355" cy="20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1" name="bond-211">
            <a:extLst xmlns:a="http://schemas.openxmlformats.org/drawingml/2006/main">
              <a:ext uri="{FF2B5EF4-FFF2-40B4-BE49-F238E27FC236}">
                <a16:creationId xmlns:a16="http://schemas.microsoft.com/office/drawing/2014/main" id="{EEEFE584-E094-4BB6-AAB9-62D4EE1A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2" name="bond-212">
            <a:extLst xmlns:a="http://schemas.openxmlformats.org/drawingml/2006/main">
              <a:ext uri="{FF2B5EF4-FFF2-40B4-BE49-F238E27FC236}">
                <a16:creationId xmlns:a16="http://schemas.microsoft.com/office/drawing/2014/main" id="{6E82CC26-24F5-4177-8A79-D5C14EE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3" name="bond-213">
            <a:extLst xmlns:a="http://schemas.openxmlformats.org/drawingml/2006/main">
              <a:ext uri="{FF2B5EF4-FFF2-40B4-BE49-F238E27FC236}">
                <a16:creationId xmlns:a16="http://schemas.microsoft.com/office/drawing/2014/main" id="{39817F2A-5DA5-446C-B67B-E48AB139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4" name="bond-214">
            <a:extLst xmlns:a="http://schemas.openxmlformats.org/drawingml/2006/main">
              <a:ext uri="{FF2B5EF4-FFF2-40B4-BE49-F238E27FC236}">
                <a16:creationId xmlns:a16="http://schemas.microsoft.com/office/drawing/2014/main" id="{14319DA4-BBCA-41C2-90A5-F4163A1D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5" name="bond-215">
            <a:extLst xmlns:a="http://schemas.openxmlformats.org/drawingml/2006/main">
              <a:ext uri="{FF2B5EF4-FFF2-40B4-BE49-F238E27FC236}">
                <a16:creationId xmlns:a16="http://schemas.microsoft.com/office/drawing/2014/main" id="{1B7C4E55-FCB6-4AAA-AA8A-F2FE9B3E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6" name="bond-216">
            <a:extLst xmlns:a="http://schemas.openxmlformats.org/drawingml/2006/main">
              <a:ext uri="{FF2B5EF4-FFF2-40B4-BE49-F238E27FC236}">
                <a16:creationId xmlns:a16="http://schemas.microsoft.com/office/drawing/2014/main" id="{79CDD1AB-63A8-4D60-8065-237093F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7" name="bond-217">
            <a:extLst xmlns:a="http://schemas.openxmlformats.org/drawingml/2006/main">
              <a:ext uri="{FF2B5EF4-FFF2-40B4-BE49-F238E27FC236}">
                <a16:creationId xmlns:a16="http://schemas.microsoft.com/office/drawing/2014/main" id="{B3459E43-733C-4B11-88F5-B7E882F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043" y="3870579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8" name="bond-218">
            <a:extLst xmlns:a="http://schemas.openxmlformats.org/drawingml/2006/main">
              <a:ext uri="{FF2B5EF4-FFF2-40B4-BE49-F238E27FC236}">
                <a16:creationId xmlns:a16="http://schemas.microsoft.com/office/drawing/2014/main" id="{9291B15E-D6DF-42FE-9220-14F50DB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043" y="4142613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9" name="bond-219">
            <a:extLst xmlns:a="http://schemas.openxmlformats.org/drawingml/2006/main">
              <a:ext uri="{FF2B5EF4-FFF2-40B4-BE49-F238E27FC236}">
                <a16:creationId xmlns:a16="http://schemas.microsoft.com/office/drawing/2014/main" id="{DCE87E8C-34C1-4145-B7D1-B1D701E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0" name="bond-220">
            <a:extLst xmlns:a="http://schemas.openxmlformats.org/drawingml/2006/main">
              <a:ext uri="{FF2B5EF4-FFF2-40B4-BE49-F238E27FC236}">
                <a16:creationId xmlns:a16="http://schemas.microsoft.com/office/drawing/2014/main" id="{F34E20D6-57FF-47CA-948E-385619D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1" name="bond-221">
            <a:extLst xmlns:a="http://schemas.openxmlformats.org/drawingml/2006/main">
              <a:ext uri="{FF2B5EF4-FFF2-40B4-BE49-F238E27FC236}">
                <a16:creationId xmlns:a16="http://schemas.microsoft.com/office/drawing/2014/main" id="{4A87B79D-1697-4628-8AAB-2BF7C43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2" name="bond-222">
            <a:extLst xmlns:a="http://schemas.openxmlformats.org/drawingml/2006/main">
              <a:ext uri="{FF2B5EF4-FFF2-40B4-BE49-F238E27FC236}">
                <a16:creationId xmlns:a16="http://schemas.microsoft.com/office/drawing/2014/main" id="{08410D10-BEC3-4D20-85BF-53D76F99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3" name="bond-223">
            <a:extLst xmlns:a="http://schemas.openxmlformats.org/drawingml/2006/main">
              <a:ext uri="{FF2B5EF4-FFF2-40B4-BE49-F238E27FC236}">
                <a16:creationId xmlns:a16="http://schemas.microsoft.com/office/drawing/2014/main" id="{C14DBEE8-C6FD-4BB8-84B6-B9ED2B3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4" name="bond-224">
            <a:extLst xmlns:a="http://schemas.openxmlformats.org/drawingml/2006/main">
              <a:ext uri="{FF2B5EF4-FFF2-40B4-BE49-F238E27FC236}">
                <a16:creationId xmlns:a16="http://schemas.microsoft.com/office/drawing/2014/main" id="{52380DB5-1005-46E8-9E04-20CAB74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5" name="bond-225">
            <a:extLst xmlns:a="http://schemas.openxmlformats.org/drawingml/2006/main">
              <a:ext uri="{FF2B5EF4-FFF2-40B4-BE49-F238E27FC236}">
                <a16:creationId xmlns:a16="http://schemas.microsoft.com/office/drawing/2014/main" id="{1EFE1CDE-EBF2-4993-A557-814E259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092" y="3870579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6" name="bond-226">
            <a:extLst xmlns:a="http://schemas.openxmlformats.org/drawingml/2006/main">
              <a:ext uri="{FF2B5EF4-FFF2-40B4-BE49-F238E27FC236}">
                <a16:creationId xmlns:a16="http://schemas.microsoft.com/office/drawing/2014/main" id="{A5DCDCA0-91E3-4E23-A2A9-55768918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133" y="3961257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7" name="bond-227">
            <a:extLst xmlns:a="http://schemas.openxmlformats.org/drawingml/2006/main">
              <a:ext uri="{FF2B5EF4-FFF2-40B4-BE49-F238E27FC236}">
                <a16:creationId xmlns:a16="http://schemas.microsoft.com/office/drawing/2014/main" id="{3FC577CE-45CD-45E5-B6CA-6749814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092" y="4142613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8" name="bond-228">
            <a:extLst xmlns:a="http://schemas.openxmlformats.org/drawingml/2006/main">
              <a:ext uri="{FF2B5EF4-FFF2-40B4-BE49-F238E27FC236}">
                <a16:creationId xmlns:a16="http://schemas.microsoft.com/office/drawing/2014/main" id="{FA6CE2C0-DB95-4A90-BCDF-399117C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278630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9" name="bond-229">
            <a:extLst xmlns:a="http://schemas.openxmlformats.org/drawingml/2006/main">
              <a:ext uri="{FF2B5EF4-FFF2-40B4-BE49-F238E27FC236}">
                <a16:creationId xmlns:a16="http://schemas.microsoft.com/office/drawing/2014/main" id="{EBD30B20-8462-4A5A-8636-DADD9AA7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50532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0" name="bond-230">
            <a:extLst xmlns:a="http://schemas.openxmlformats.org/drawingml/2006/main">
              <a:ext uri="{FF2B5EF4-FFF2-40B4-BE49-F238E27FC236}">
                <a16:creationId xmlns:a16="http://schemas.microsoft.com/office/drawing/2014/main" id="{105E0F05-622C-4EB3-BE5E-45A4A28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704" y="4550241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1" name="bond-231">
            <a:extLst xmlns:a="http://schemas.openxmlformats.org/drawingml/2006/main">
              <a:ext uri="{FF2B5EF4-FFF2-40B4-BE49-F238E27FC236}">
                <a16:creationId xmlns:a16="http://schemas.microsoft.com/office/drawing/2014/main" id="{2DF1EF11-CC93-4C08-B9F9-DCEF808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471" y="4527084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2" name="text-O-232">
            <a:extLst xmlns:a="http://schemas.openxmlformats.org/drawingml/2006/main">
              <a:ext uri="{FF2B5EF4-FFF2-40B4-BE49-F238E27FC236}">
                <a16:creationId xmlns:a16="http://schemas.microsoft.com/office/drawing/2014/main" id="{B7616BA3-79CF-43F1-8AD3-7E14F4A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768" y="44381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3" name="bond-233">
            <a:extLst xmlns:a="http://schemas.openxmlformats.org/drawingml/2006/main">
              <a:ext uri="{FF2B5EF4-FFF2-40B4-BE49-F238E27FC236}">
                <a16:creationId xmlns:a16="http://schemas.microsoft.com/office/drawing/2014/main" id="{1C48B57F-F522-4FD3-AD27-956C8DB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4618673"/>
            <a:ext cx="95" cy="180022"/>
          </a:xfrm>
          <a:custGeom xmlns:a="http://schemas.openxmlformats.org/drawingml/2006/main">
            <a:pathLst>
              <a:path w="95" h="180022">
                <a:moveTo>
                  <a:pt x="0" y="0"/>
                </a:moveTo>
                <a:lnTo>
                  <a:pt x="0" y="18002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234" name="text-HN-234">
            <a:extLst xmlns:a="http://schemas.openxmlformats.org/drawingml/2006/main">
              <a:ext uri="{FF2B5EF4-FFF2-40B4-BE49-F238E27FC236}">
                <a16:creationId xmlns:a16="http://schemas.microsoft.com/office/drawing/2014/main" id="{CFDDCF33-5556-4EC5-9DAD-8A4C8AD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405" y="478482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235" name="bond-235">
            <a:extLst xmlns:a="http://schemas.openxmlformats.org/drawingml/2006/main">
              <a:ext uri="{FF2B5EF4-FFF2-40B4-BE49-F238E27FC236}">
                <a16:creationId xmlns:a16="http://schemas.microsoft.com/office/drawing/2014/main" id="{D2F2BC33-6642-4939-BECF-1593036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878705"/>
            <a:ext cx="106680" cy="53340"/>
          </a:xfrm>
          <a:custGeom xmlns:a="http://schemas.openxmlformats.org/drawingml/2006/main">
            <a:pathLst>
              <a:path w="106680" h="53340">
                <a:moveTo>
                  <a:pt x="0" y="0"/>
                </a:moveTo>
                <a:lnTo>
                  <a:pt x="106680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236" name="text-N-236">
            <a:extLst xmlns:a="http://schemas.openxmlformats.org/drawingml/2006/main">
              <a:ext uri="{FF2B5EF4-FFF2-40B4-BE49-F238E27FC236}">
                <a16:creationId xmlns:a16="http://schemas.microsoft.com/office/drawing/2014/main" id="{3DF37181-0BD2-4BB4-AA29-ACB1515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768" y="490484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37" name="bond-237">
            <a:extLst xmlns:a="http://schemas.openxmlformats.org/drawingml/2006/main">
              <a:ext uri="{FF2B5EF4-FFF2-40B4-BE49-F238E27FC236}">
                <a16:creationId xmlns:a16="http://schemas.microsoft.com/office/drawing/2014/main" id="{28054F1B-CFF7-41F7-8569-9CDF2A7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110" y="5038725"/>
            <a:ext cx="95" cy="146685"/>
          </a:xfrm>
          <a:custGeom xmlns:a="http://schemas.openxmlformats.org/drawingml/2006/main">
            <a:pathLst>
              <a:path w="95" h="146685">
                <a:moveTo>
                  <a:pt x="0" y="0"/>
                </a:moveTo>
                <a:lnTo>
                  <a:pt x="0" y="14668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38" name="bond-238">
            <a:extLst xmlns:a="http://schemas.openxmlformats.org/drawingml/2006/main">
              <a:ext uri="{FF2B5EF4-FFF2-40B4-BE49-F238E27FC236}">
                <a16:creationId xmlns:a16="http://schemas.microsoft.com/office/drawing/2014/main" id="{9A054C63-301B-41A7-A4D9-1477AD1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5038725"/>
            <a:ext cx="95" cy="146685"/>
          </a:xfrm>
          <a:custGeom xmlns:a="http://schemas.openxmlformats.org/drawingml/2006/main">
            <a:pathLst>
              <a:path w="95" h="146685">
                <a:moveTo>
                  <a:pt x="0" y="0"/>
                </a:moveTo>
                <a:lnTo>
                  <a:pt x="0" y="14668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39" name="bond-239">
            <a:extLst xmlns:a="http://schemas.openxmlformats.org/drawingml/2006/main">
              <a:ext uri="{FF2B5EF4-FFF2-40B4-BE49-F238E27FC236}">
                <a16:creationId xmlns:a16="http://schemas.microsoft.com/office/drawing/2014/main" id="{0CCE141E-EA0F-4148-8BC0-EFDFBE1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5185410"/>
            <a:ext cx="193357" cy="113347"/>
          </a:xfrm>
          <a:custGeom xmlns:a="http://schemas.openxmlformats.org/drawingml/2006/main">
            <a:pathLst>
              <a:path w="193357" h="113347">
                <a:moveTo>
                  <a:pt x="193357" y="0"/>
                </a:moveTo>
                <a:lnTo>
                  <a:pt x="0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0" name="bond-240">
            <a:extLst xmlns:a="http://schemas.openxmlformats.org/drawingml/2006/main">
              <a:ext uri="{FF2B5EF4-FFF2-40B4-BE49-F238E27FC236}">
                <a16:creationId xmlns:a16="http://schemas.microsoft.com/office/drawing/2014/main" id="{6A811C05-8BD7-410A-A12E-45DC7E7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403" y="5212080"/>
            <a:ext cx="146685" cy="86678"/>
          </a:xfrm>
          <a:custGeom xmlns:a="http://schemas.openxmlformats.org/drawingml/2006/main">
            <a:pathLst>
              <a:path w="146685" h="86678">
                <a:moveTo>
                  <a:pt x="146685" y="86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1" name="text-HO-241">
            <a:extLst xmlns:a="http://schemas.openxmlformats.org/drawingml/2006/main">
              <a:ext uri="{FF2B5EF4-FFF2-40B4-BE49-F238E27FC236}">
                <a16:creationId xmlns:a16="http://schemas.microsoft.com/office/drawing/2014/main" id="{440343D0-D8BD-4CE4-A3FB-8CD8805E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12486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242" name="bond-242">
            <a:extLst xmlns:a="http://schemas.openxmlformats.org/drawingml/2006/main">
              <a:ext uri="{FF2B5EF4-FFF2-40B4-BE49-F238E27FC236}">
                <a16:creationId xmlns:a16="http://schemas.microsoft.com/office/drawing/2014/main" id="{2A6F5A72-3F40-4DBD-815B-6EF9BF6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445" y="5185410"/>
            <a:ext cx="106680" cy="60007"/>
          </a:xfrm>
          <a:custGeom xmlns:a="http://schemas.openxmlformats.org/drawingml/2006/main">
            <a:pathLst>
              <a:path w="106680" h="60007">
                <a:moveTo>
                  <a:pt x="0" y="0"/>
                </a:moveTo>
                <a:lnTo>
                  <a:pt x="106680" y="6000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43" name="bond-243">
            <a:extLst xmlns:a="http://schemas.openxmlformats.org/drawingml/2006/main">
              <a:ext uri="{FF2B5EF4-FFF2-40B4-BE49-F238E27FC236}">
                <a16:creationId xmlns:a16="http://schemas.microsoft.com/office/drawing/2014/main" id="{4B260EED-361E-4B6A-B64A-8D0EE8E7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245417"/>
            <a:ext cx="86677" cy="53340"/>
          </a:xfrm>
          <a:custGeom xmlns:a="http://schemas.openxmlformats.org/drawingml/2006/main">
            <a:pathLst>
              <a:path w="86677" h="53340">
                <a:moveTo>
                  <a:pt x="0" y="0"/>
                </a:moveTo>
                <a:lnTo>
                  <a:pt x="86677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4" name="bond-244">
            <a:extLst xmlns:a="http://schemas.openxmlformats.org/drawingml/2006/main">
              <a:ext uri="{FF2B5EF4-FFF2-40B4-BE49-F238E27FC236}">
                <a16:creationId xmlns:a16="http://schemas.microsoft.com/office/drawing/2014/main" id="{11525C20-6905-4A3B-B53F-CF9C1D6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803" y="529875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5" name="text-OH-245">
            <a:extLst xmlns:a="http://schemas.openxmlformats.org/drawingml/2006/main">
              <a:ext uri="{FF2B5EF4-FFF2-40B4-BE49-F238E27FC236}">
                <a16:creationId xmlns:a16="http://schemas.microsoft.com/office/drawing/2014/main" id="{B6732B97-517C-469D-B06D-FBC0E723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798" y="547157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246" name="text-Na⁺-246">
            <a:extLst xmlns:a="http://schemas.openxmlformats.org/drawingml/2006/main">
              <a:ext uri="{FF2B5EF4-FFF2-40B4-BE49-F238E27FC236}">
                <a16:creationId xmlns:a16="http://schemas.microsoft.com/office/drawing/2014/main" id="{5CBC3E8E-BE9C-4911-8EFF-5CEC877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734" y="3641750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247" name="text-m/z 295.1-247">
            <a:extLst xmlns:a="http://schemas.openxmlformats.org/drawingml/2006/main">
              <a:ext uri="{FF2B5EF4-FFF2-40B4-BE49-F238E27FC236}">
                <a16:creationId xmlns:a16="http://schemas.microsoft.com/office/drawing/2014/main" id="{D6B9D665-1ED3-42A6-AA9F-ACA8DF99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98249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295.1</a:t>
            </a:r>
          </a:p>
        </p:txBody>
      </p:sp>
    </p:spTree>
    <p:extLst>
      <p:ext uri="{BB962C8B-B14F-4D97-AF65-F5344CB8AC3E}">
        <p14:creationId xmlns:p14="http://schemas.microsoft.com/office/powerpoint/2010/main" val="958634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text-A.-248">
            <a:extLst xmlns:a="http://schemas.openxmlformats.org/drawingml/2006/main">
              <a:ext uri="{FF2B5EF4-FFF2-40B4-BE49-F238E27FC236}">
                <a16:creationId xmlns:a16="http://schemas.microsoft.com/office/drawing/2014/main" id="{A2A34E1A-E030-434E-9390-0777376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857" y="430964"/>
            <a:ext cx="215433" cy="194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368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2" name="text-B.-249">
            <a:extLst xmlns:a="http://schemas.openxmlformats.org/drawingml/2006/main">
              <a:ext uri="{FF2B5EF4-FFF2-40B4-BE49-F238E27FC236}">
                <a16:creationId xmlns:a16="http://schemas.microsoft.com/office/drawing/2014/main" id="{9C00B4BB-597E-43E3-9068-0B90C31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857" y="2000018"/>
            <a:ext cx="215433" cy="194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368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3" name="text-C.-250">
            <a:extLst xmlns:a="http://schemas.openxmlformats.org/drawingml/2006/main">
              <a:ext uri="{FF2B5EF4-FFF2-40B4-BE49-F238E27FC236}">
                <a16:creationId xmlns:a16="http://schemas.microsoft.com/office/drawing/2014/main" id="{3147BCA8-100A-45CD-89FA-D5025738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857" y="3683085"/>
            <a:ext cx="215433" cy="194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68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368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4" name="text-R¹-251">
            <a:extLst xmlns:a="http://schemas.openxmlformats.org/drawingml/2006/main">
              <a:ext uri="{FF2B5EF4-FFF2-40B4-BE49-F238E27FC236}">
                <a16:creationId xmlns:a16="http://schemas.microsoft.com/office/drawing/2014/main" id="{BC8A2D19-5B4C-40A9-9DE2-FF137A7E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036" y="76670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5" name="bond-252">
            <a:extLst xmlns:a="http://schemas.openxmlformats.org/drawingml/2006/main">
              <a:ext uri="{FF2B5EF4-FFF2-40B4-BE49-F238E27FC236}">
                <a16:creationId xmlns:a16="http://schemas.microsoft.com/office/drawing/2014/main" id="{D32AFF16-4447-4D78-A662-6A92CBD0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909" y="750856"/>
            <a:ext cx="32575" cy="27146"/>
          </a:xfrm>
          <a:custGeom xmlns:a="http://schemas.openxmlformats.org/drawingml/2006/main">
            <a:pathLst>
              <a:path w="32575" h="27146">
                <a:moveTo>
                  <a:pt x="0" y="27146"/>
                </a:moveTo>
                <a:lnTo>
                  <a:pt x="3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6" name="text-CH-253">
            <a:extLst xmlns:a="http://schemas.openxmlformats.org/drawingml/2006/main">
              <a:ext uri="{FF2B5EF4-FFF2-40B4-BE49-F238E27FC236}">
                <a16:creationId xmlns:a16="http://schemas.microsoft.com/office/drawing/2014/main" id="{B9B70CB9-603A-4D5C-987D-46CC0F92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26" y="66355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7" name="bond-254">
            <a:extLst xmlns:a="http://schemas.openxmlformats.org/drawingml/2006/main">
              <a:ext uri="{FF2B5EF4-FFF2-40B4-BE49-F238E27FC236}">
                <a16:creationId xmlns:a16="http://schemas.microsoft.com/office/drawing/2014/main" id="{E637E1D8-D0D7-4112-BDC8-5AAF0A74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499" y="739997"/>
            <a:ext cx="43434" cy="32576"/>
          </a:xfrm>
          <a:custGeom xmlns:a="http://schemas.openxmlformats.org/drawingml/2006/main">
            <a:pathLst>
              <a:path w="43434" h="32576">
                <a:moveTo>
                  <a:pt x="0" y="0"/>
                </a:moveTo>
                <a:lnTo>
                  <a:pt x="43434" y="32576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1737C8"/>
            </a:solidFill>
            <a:prstDash val="solid"/>
          </a:ln>
        </p:spPr>
      </p:sp>
      <p:sp>
        <p:nvSpPr>
          <p:cNvPr id="8" name="text-CH-255">
            <a:extLst xmlns:a="http://schemas.openxmlformats.org/drawingml/2006/main">
              <a:ext uri="{FF2B5EF4-FFF2-40B4-BE49-F238E27FC236}">
                <a16:creationId xmlns:a16="http://schemas.microsoft.com/office/drawing/2014/main" id="{0DA7AFAC-CD3A-471F-9AB6-81105318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362" y="77213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9" name="bond-256">
            <a:extLst xmlns:a="http://schemas.openxmlformats.org/drawingml/2006/main">
              <a:ext uri="{FF2B5EF4-FFF2-40B4-BE49-F238E27FC236}">
                <a16:creationId xmlns:a16="http://schemas.microsoft.com/office/drawing/2014/main" id="{9D1CB2EB-8A63-41A1-94A6-96C4552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093" y="750856"/>
            <a:ext cx="70580" cy="32576"/>
          </a:xfrm>
          <a:custGeom xmlns:a="http://schemas.openxmlformats.org/drawingml/2006/main">
            <a:pathLst>
              <a:path w="70580" h="32576">
                <a:moveTo>
                  <a:pt x="0" y="32576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" name="text-R²-257">
            <a:extLst xmlns:a="http://schemas.openxmlformats.org/drawingml/2006/main">
              <a:ext uri="{FF2B5EF4-FFF2-40B4-BE49-F238E27FC236}">
                <a16:creationId xmlns:a16="http://schemas.microsoft.com/office/drawing/2014/main" id="{7846D0E8-55F6-4E8E-9E01-C6E7330F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86" y="652695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11" name="text-+-258">
            <a:extLst xmlns:a="http://schemas.openxmlformats.org/drawingml/2006/main">
              <a:ext uri="{FF2B5EF4-FFF2-40B4-BE49-F238E27FC236}">
                <a16:creationId xmlns:a16="http://schemas.microsoft.com/office/drawing/2014/main" id="{2E7C6082-0338-4A86-BF06-5247B697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419" y="724578"/>
            <a:ext cx="141161" cy="85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99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text-O-259">
            <a:extLst xmlns:a="http://schemas.openxmlformats.org/drawingml/2006/main">
              <a:ext uri="{FF2B5EF4-FFF2-40B4-BE49-F238E27FC236}">
                <a16:creationId xmlns:a16="http://schemas.microsoft.com/office/drawing/2014/main" id="{7500E004-DED1-4BC4-856C-42219EE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910" y="54411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" name="bond-260">
            <a:extLst xmlns:a="http://schemas.openxmlformats.org/drawingml/2006/main">
              <a:ext uri="{FF2B5EF4-FFF2-40B4-BE49-F238E27FC236}">
                <a16:creationId xmlns:a16="http://schemas.microsoft.com/office/drawing/2014/main" id="{02A07AA3-8E38-4370-A6B5-946C4C44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917" y="642271"/>
            <a:ext cx="95" cy="108585"/>
          </a:xfrm>
          <a:custGeom xmlns:a="http://schemas.openxmlformats.org/drawingml/2006/main">
            <a:pathLst>
              <a:path w="95" h="108585">
                <a:moveTo>
                  <a:pt x="0" y="0"/>
                </a:moveTo>
                <a:lnTo>
                  <a:pt x="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FF1726"/>
            </a:solidFill>
            <a:prstDash val="solid"/>
          </a:ln>
        </p:spPr>
      </p:sp>
      <p:sp>
        <p:nvSpPr>
          <p:cNvPr id="14" name="bond-261">
            <a:extLst xmlns:a="http://schemas.openxmlformats.org/drawingml/2006/main">
              <a:ext uri="{FF2B5EF4-FFF2-40B4-BE49-F238E27FC236}">
                <a16:creationId xmlns:a16="http://schemas.microsoft.com/office/drawing/2014/main" id="{A8A97A3C-2CF7-4991-B88C-C5F4CA0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063" y="642271"/>
            <a:ext cx="95" cy="108585"/>
          </a:xfrm>
          <a:custGeom xmlns:a="http://schemas.openxmlformats.org/drawingml/2006/main">
            <a:pathLst>
              <a:path w="95" h="108585">
                <a:moveTo>
                  <a:pt x="0" y="0"/>
                </a:moveTo>
                <a:lnTo>
                  <a:pt x="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FF1726"/>
            </a:solidFill>
            <a:prstDash val="solid"/>
          </a:ln>
        </p:spPr>
      </p:sp>
      <p:sp>
        <p:nvSpPr>
          <p:cNvPr id="15" name="text-C-262">
            <a:extLst xmlns:a="http://schemas.openxmlformats.org/drawingml/2006/main">
              <a:ext uri="{FF2B5EF4-FFF2-40B4-BE49-F238E27FC236}">
                <a16:creationId xmlns:a16="http://schemas.microsoft.com/office/drawing/2014/main" id="{F23B75B9-0436-479C-BEA0-BB24B4DE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910" y="75042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bond-263">
            <a:extLst xmlns:a="http://schemas.openxmlformats.org/drawingml/2006/main">
              <a:ext uri="{FF2B5EF4-FFF2-40B4-BE49-F238E27FC236}">
                <a16:creationId xmlns:a16="http://schemas.microsoft.com/office/drawing/2014/main" id="{5B278DBE-3DA7-4FC5-BA13-4EDA375A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759" y="821436"/>
            <a:ext cx="86868" cy="48863"/>
          </a:xfrm>
          <a:custGeom xmlns:a="http://schemas.openxmlformats.org/drawingml/2006/main">
            <a:pathLst>
              <a:path w="86868" h="48863">
                <a:moveTo>
                  <a:pt x="86868" y="0"/>
                </a:moveTo>
                <a:lnTo>
                  <a:pt x="0" y="4886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" name="text-H₃C-264">
            <a:extLst xmlns:a="http://schemas.openxmlformats.org/drawingml/2006/main">
              <a:ext uri="{FF2B5EF4-FFF2-40B4-BE49-F238E27FC236}">
                <a16:creationId xmlns:a16="http://schemas.microsoft.com/office/drawing/2014/main" id="{30698524-AC09-4C05-9CAE-B17621C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576" y="842719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18" name="bond-265">
            <a:extLst xmlns:a="http://schemas.openxmlformats.org/drawingml/2006/main">
              <a:ext uri="{FF2B5EF4-FFF2-40B4-BE49-F238E27FC236}">
                <a16:creationId xmlns:a16="http://schemas.microsoft.com/office/drawing/2014/main" id="{FB10CE3C-AC28-4308-A67F-DD1885A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924" y="821436"/>
            <a:ext cx="92297" cy="54293"/>
          </a:xfrm>
          <a:custGeom xmlns:a="http://schemas.openxmlformats.org/drawingml/2006/main">
            <a:pathLst>
              <a:path w="92297" h="54293">
                <a:moveTo>
                  <a:pt x="0" y="0"/>
                </a:moveTo>
                <a:lnTo>
                  <a:pt x="92297" y="5429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" name="text-CH₃-266">
            <a:extLst xmlns:a="http://schemas.openxmlformats.org/drawingml/2006/main">
              <a:ext uri="{FF2B5EF4-FFF2-40B4-BE49-F238E27FC236}">
                <a16:creationId xmlns:a16="http://schemas.microsoft.com/office/drawing/2014/main" id="{4FBAACD7-1F26-4271-B175-9641B2C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204" y="853577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20" name="bond-267">
            <a:extLst xmlns:a="http://schemas.openxmlformats.org/drawingml/2006/main">
              <a:ext uri="{FF2B5EF4-FFF2-40B4-BE49-F238E27FC236}">
                <a16:creationId xmlns:a16="http://schemas.microsoft.com/office/drawing/2014/main" id="{9E828B11-1918-4762-AA5D-F097954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7" y="761714"/>
            <a:ext cx="988124" cy="95"/>
          </a:xfrm>
          <a:custGeom xmlns:a="http://schemas.openxmlformats.org/drawingml/2006/main">
            <a:pathLst>
              <a:path w="988124" h="95">
                <a:moveTo>
                  <a:pt x="0" y="0"/>
                </a:moveTo>
                <a:lnTo>
                  <a:pt x="988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" name="bond-268">
            <a:extLst xmlns:a="http://schemas.openxmlformats.org/drawingml/2006/main">
              <a:ext uri="{FF2B5EF4-FFF2-40B4-BE49-F238E27FC236}">
                <a16:creationId xmlns:a16="http://schemas.microsoft.com/office/drawing/2014/main" id="{753B6C86-58D6-40F1-8E89-ABB53E0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949" y="723709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0"/>
                </a:moveTo>
                <a:lnTo>
                  <a:pt x="59722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" name="bond-269">
            <a:extLst xmlns:a="http://schemas.openxmlformats.org/drawingml/2006/main">
              <a:ext uri="{FF2B5EF4-FFF2-40B4-BE49-F238E27FC236}">
                <a16:creationId xmlns:a16="http://schemas.microsoft.com/office/drawing/2014/main" id="{21143336-A5F5-40B1-88F2-088EDEDF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949" y="761714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38005"/>
                </a:moveTo>
                <a:lnTo>
                  <a:pt x="5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" name="text-Paternò–Büchi reaction-270">
            <a:extLst xmlns:a="http://schemas.openxmlformats.org/drawingml/2006/main">
              <a:ext uri="{FF2B5EF4-FFF2-40B4-BE49-F238E27FC236}">
                <a16:creationId xmlns:a16="http://schemas.microsoft.com/office/drawing/2014/main" id="{C37D6E35-780D-4CCE-9529-44BEE88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099" y="624463"/>
            <a:ext cx="1303020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Paternò–Büchi reaction</a:t>
            </a:r>
          </a:p>
        </p:txBody>
      </p:sp>
      <p:sp>
        <p:nvSpPr>
          <p:cNvPr id="24" name="text-hν (254 nm)-271">
            <a:extLst xmlns:a="http://schemas.openxmlformats.org/drawingml/2006/main">
              <a:ext uri="{FF2B5EF4-FFF2-40B4-BE49-F238E27FC236}">
                <a16:creationId xmlns:a16="http://schemas.microsoft.com/office/drawing/2014/main" id="{35AAC74E-EDFA-4F49-957D-E1BA0A0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122" y="836204"/>
            <a:ext cx="922972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hν (254 nm)</a:t>
            </a:r>
          </a:p>
        </p:txBody>
      </p:sp>
      <p:sp>
        <p:nvSpPr>
          <p:cNvPr id="25" name="text-O-272">
            <a:extLst xmlns:a="http://schemas.openxmlformats.org/drawingml/2006/main">
              <a:ext uri="{FF2B5EF4-FFF2-40B4-BE49-F238E27FC236}">
                <a16:creationId xmlns:a16="http://schemas.microsoft.com/office/drawing/2014/main" id="{0F26A941-C0D3-4E6B-AB70-00721D3E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011" y="55496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6" name="text-CH-273">
            <a:extLst xmlns:a="http://schemas.openxmlformats.org/drawingml/2006/main">
              <a:ext uri="{FF2B5EF4-FFF2-40B4-BE49-F238E27FC236}">
                <a16:creationId xmlns:a16="http://schemas.microsoft.com/office/drawing/2014/main" id="{4E4C10E0-D802-4F2E-831D-6ABF42E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64" y="55496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7" name="text-C-274">
            <a:extLst xmlns:a="http://schemas.openxmlformats.org/drawingml/2006/main">
              <a:ext uri="{FF2B5EF4-FFF2-40B4-BE49-F238E27FC236}">
                <a16:creationId xmlns:a16="http://schemas.microsoft.com/office/drawing/2014/main" id="{A5CC6A10-35DD-4206-BA5B-8165878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011" y="75585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text-CH-275">
            <a:extLst xmlns:a="http://schemas.openxmlformats.org/drawingml/2006/main">
              <a:ext uri="{FF2B5EF4-FFF2-40B4-BE49-F238E27FC236}">
                <a16:creationId xmlns:a16="http://schemas.microsoft.com/office/drawing/2014/main" id="{51C39ABB-A51B-4C3C-986A-5C0F1FD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64" y="75585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9" name="bond-276">
            <a:extLst xmlns:a="http://schemas.openxmlformats.org/drawingml/2006/main">
              <a:ext uri="{FF2B5EF4-FFF2-40B4-BE49-F238E27FC236}">
                <a16:creationId xmlns:a16="http://schemas.microsoft.com/office/drawing/2014/main" id="{5EDE121B-9D2A-4418-A19E-1635E67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25" y="604266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FF1726"/>
            </a:solidFill>
            <a:prstDash val="solid"/>
          </a:ln>
        </p:spPr>
      </p:sp>
      <p:sp>
        <p:nvSpPr>
          <p:cNvPr id="30" name="bond-277">
            <a:extLst xmlns:a="http://schemas.openxmlformats.org/drawingml/2006/main">
              <a:ext uri="{FF2B5EF4-FFF2-40B4-BE49-F238E27FC236}">
                <a16:creationId xmlns:a16="http://schemas.microsoft.com/office/drawing/2014/main" id="{735D6981-42C0-42A1-B443-2EB47BDC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591" y="653129"/>
            <a:ext cx="95" cy="92297"/>
          </a:xfrm>
          <a:custGeom xmlns:a="http://schemas.openxmlformats.org/drawingml/2006/main">
            <a:pathLst>
              <a:path w="95" h="92297">
                <a:moveTo>
                  <a:pt x="0" y="0"/>
                </a:moveTo>
                <a:lnTo>
                  <a:pt x="0" y="92297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" name="bond-278">
            <a:extLst xmlns:a="http://schemas.openxmlformats.org/drawingml/2006/main">
              <a:ext uri="{FF2B5EF4-FFF2-40B4-BE49-F238E27FC236}">
                <a16:creationId xmlns:a16="http://schemas.microsoft.com/office/drawing/2014/main" id="{E68C7840-ED41-4F86-8394-424E8550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454" y="799719"/>
            <a:ext cx="70580" cy="95"/>
          </a:xfrm>
          <a:custGeom xmlns:a="http://schemas.openxmlformats.org/drawingml/2006/main">
            <a:pathLst>
              <a:path w="70580" h="95">
                <a:moveTo>
                  <a:pt x="0" y="0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FF1726"/>
            </a:solidFill>
            <a:prstDash val="solid"/>
          </a:ln>
        </p:spPr>
      </p:sp>
      <p:sp>
        <p:nvSpPr>
          <p:cNvPr id="32" name="bond-279">
            <a:extLst xmlns:a="http://schemas.openxmlformats.org/drawingml/2006/main">
              <a:ext uri="{FF2B5EF4-FFF2-40B4-BE49-F238E27FC236}">
                <a16:creationId xmlns:a16="http://schemas.microsoft.com/office/drawing/2014/main" id="{6D8E4460-CE50-4FEE-8536-1BE8871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044" y="653129"/>
            <a:ext cx="95" cy="86868"/>
          </a:xfrm>
          <a:custGeom xmlns:a="http://schemas.openxmlformats.org/drawingml/2006/main">
            <a:pathLst>
              <a:path w="95" h="86868">
                <a:moveTo>
                  <a:pt x="0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" name="bond-280">
            <a:extLst xmlns:a="http://schemas.openxmlformats.org/drawingml/2006/main">
              <a:ext uri="{FF2B5EF4-FFF2-40B4-BE49-F238E27FC236}">
                <a16:creationId xmlns:a16="http://schemas.microsoft.com/office/drawing/2014/main" id="{EA51EC61-99E6-4991-9238-79823E8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162" y="870299"/>
            <a:ext cx="95" cy="86868"/>
          </a:xfrm>
          <a:custGeom xmlns:a="http://schemas.openxmlformats.org/drawingml/2006/main">
            <a:pathLst>
              <a:path w="95" h="86868">
                <a:moveTo>
                  <a:pt x="0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" name="text-CH₃-281">
            <a:extLst xmlns:a="http://schemas.openxmlformats.org/drawingml/2006/main">
              <a:ext uri="{FF2B5EF4-FFF2-40B4-BE49-F238E27FC236}">
                <a16:creationId xmlns:a16="http://schemas.microsoft.com/office/drawing/2014/main" id="{787AAA8B-17F7-4BC3-9F58-C49FCB4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998" y="94587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35" name="bond-282">
            <a:extLst xmlns:a="http://schemas.openxmlformats.org/drawingml/2006/main">
              <a:ext uri="{FF2B5EF4-FFF2-40B4-BE49-F238E27FC236}">
                <a16:creationId xmlns:a16="http://schemas.microsoft.com/office/drawing/2014/main" id="{39775932-124B-4D37-BBF0-A031AEE7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284" y="799719"/>
            <a:ext cx="103156" cy="95"/>
          </a:xfrm>
          <a:custGeom xmlns:a="http://schemas.openxmlformats.org/drawingml/2006/main">
            <a:pathLst>
              <a:path w="103156" h="95">
                <a:moveTo>
                  <a:pt x="10315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6" name="text-H₃C-283">
            <a:extLst xmlns:a="http://schemas.openxmlformats.org/drawingml/2006/main">
              <a:ext uri="{FF2B5EF4-FFF2-40B4-BE49-F238E27FC236}">
                <a16:creationId xmlns:a16="http://schemas.microsoft.com/office/drawing/2014/main" id="{284581A6-0841-4CA5-B562-6EF1945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530" y="750421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37" name="bond-284">
            <a:extLst xmlns:a="http://schemas.openxmlformats.org/drawingml/2006/main">
              <a:ext uri="{FF2B5EF4-FFF2-40B4-BE49-F238E27FC236}">
                <a16:creationId xmlns:a16="http://schemas.microsoft.com/office/drawing/2014/main" id="{461E5108-4658-42B1-BCA9-3ECB91D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766" y="533686"/>
            <a:ext cx="65151" cy="32576"/>
          </a:xfrm>
          <a:custGeom xmlns:a="http://schemas.openxmlformats.org/drawingml/2006/main">
            <a:pathLst>
              <a:path w="65151" h="32576">
                <a:moveTo>
                  <a:pt x="0" y="32576"/>
                </a:moveTo>
                <a:lnTo>
                  <a:pt x="65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" name="text-R¹-285">
            <a:extLst xmlns:a="http://schemas.openxmlformats.org/drawingml/2006/main">
              <a:ext uri="{FF2B5EF4-FFF2-40B4-BE49-F238E27FC236}">
                <a16:creationId xmlns:a16="http://schemas.microsoft.com/office/drawing/2014/main" id="{FB997321-26BD-415F-ACAD-1C26E64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58" y="44638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39" name="bond-286">
            <a:extLst xmlns:a="http://schemas.openxmlformats.org/drawingml/2006/main">
              <a:ext uri="{FF2B5EF4-FFF2-40B4-BE49-F238E27FC236}">
                <a16:creationId xmlns:a16="http://schemas.microsoft.com/office/drawing/2014/main" id="{916227FE-849A-43F2-9DB4-73878CA7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195" y="837724"/>
            <a:ext cx="65151" cy="38005"/>
          </a:xfrm>
          <a:custGeom xmlns:a="http://schemas.openxmlformats.org/drawingml/2006/main">
            <a:pathLst>
              <a:path w="65151" h="38005">
                <a:moveTo>
                  <a:pt x="0" y="0"/>
                </a:moveTo>
                <a:lnTo>
                  <a:pt x="65151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0" name="text-R²-287">
            <a:extLst xmlns:a="http://schemas.openxmlformats.org/drawingml/2006/main">
              <a:ext uri="{FF2B5EF4-FFF2-40B4-BE49-F238E27FC236}">
                <a16:creationId xmlns:a16="http://schemas.microsoft.com/office/drawing/2014/main" id="{262D0C18-B9CA-4DA6-9675-76B8B95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58" y="84271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41" name="bond-288">
            <a:extLst xmlns:a="http://schemas.openxmlformats.org/drawingml/2006/main">
              <a:ext uri="{FF2B5EF4-FFF2-40B4-BE49-F238E27FC236}">
                <a16:creationId xmlns:a16="http://schemas.microsoft.com/office/drawing/2014/main" id="{342449F2-D684-4F5C-99EC-D210EA2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015" y="669417"/>
            <a:ext cx="48863" cy="48863"/>
          </a:xfrm>
          <a:custGeom xmlns:a="http://schemas.openxmlformats.org/drawingml/2006/main">
            <a:pathLst>
              <a:path w="48863" h="48863">
                <a:moveTo>
                  <a:pt x="0" y="48863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87">
            <a:solidFill>
              <a:srgbClr val="FF1726"/>
            </a:solidFill>
            <a:prstDash val="solid"/>
          </a:ln>
        </p:spPr>
      </p:sp>
      <p:sp>
        <p:nvSpPr>
          <p:cNvPr id="42" name="bond-289">
            <a:extLst xmlns:a="http://schemas.openxmlformats.org/drawingml/2006/main">
              <a:ext uri="{FF2B5EF4-FFF2-40B4-BE49-F238E27FC236}">
                <a16:creationId xmlns:a16="http://schemas.microsoft.com/office/drawing/2014/main" id="{069059ED-9867-4514-843D-5B13709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732" y="685705"/>
            <a:ext cx="48863" cy="48863"/>
          </a:xfrm>
          <a:custGeom xmlns:a="http://schemas.openxmlformats.org/drawingml/2006/main">
            <a:pathLst>
              <a:path w="48863" h="48863">
                <a:moveTo>
                  <a:pt x="0" y="48863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87">
            <a:solidFill>
              <a:srgbClr val="FF1726"/>
            </a:solidFill>
            <a:prstDash val="solid"/>
          </a:ln>
        </p:spPr>
      </p:sp>
      <p:sp>
        <p:nvSpPr>
          <p:cNvPr id="43" name="bond-290">
            <a:extLst xmlns:a="http://schemas.openxmlformats.org/drawingml/2006/main">
              <a:ext uri="{FF2B5EF4-FFF2-40B4-BE49-F238E27FC236}">
                <a16:creationId xmlns:a16="http://schemas.microsoft.com/office/drawing/2014/main" id="{08A1F848-9A74-41EF-B595-8E2B68F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669417"/>
            <a:ext cx="48863" cy="48863"/>
          </a:xfrm>
          <a:custGeom xmlns:a="http://schemas.openxmlformats.org/drawingml/2006/main">
            <a:pathLst>
              <a:path w="48863" h="48863">
                <a:moveTo>
                  <a:pt x="0" y="48863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87">
            <a:solidFill>
              <a:srgbClr val="FF1726"/>
            </a:solidFill>
            <a:prstDash val="solid"/>
          </a:ln>
        </p:spPr>
      </p:sp>
      <p:sp>
        <p:nvSpPr>
          <p:cNvPr id="44" name="bond-291">
            <a:extLst xmlns:a="http://schemas.openxmlformats.org/drawingml/2006/main">
              <a:ext uri="{FF2B5EF4-FFF2-40B4-BE49-F238E27FC236}">
                <a16:creationId xmlns:a16="http://schemas.microsoft.com/office/drawing/2014/main" id="{B76344F8-F2D8-4683-990B-346BAD64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185" y="685705"/>
            <a:ext cx="48863" cy="48863"/>
          </a:xfrm>
          <a:custGeom xmlns:a="http://schemas.openxmlformats.org/drawingml/2006/main">
            <a:pathLst>
              <a:path w="48863" h="48863">
                <a:moveTo>
                  <a:pt x="0" y="48863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87">
            <a:solidFill>
              <a:srgbClr val="FF1726"/>
            </a:solidFill>
            <a:prstDash val="solid"/>
          </a:ln>
        </p:spPr>
      </p:sp>
      <p:sp>
        <p:nvSpPr>
          <p:cNvPr id="45" name="bond-292">
            <a:extLst xmlns:a="http://schemas.openxmlformats.org/drawingml/2006/main">
              <a:ext uri="{FF2B5EF4-FFF2-40B4-BE49-F238E27FC236}">
                <a16:creationId xmlns:a16="http://schemas.microsoft.com/office/drawing/2014/main" id="{063054D5-A726-4411-A9DB-9A05D281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808" y="761714"/>
            <a:ext cx="993553" cy="95"/>
          </a:xfrm>
          <a:custGeom xmlns:a="http://schemas.openxmlformats.org/drawingml/2006/main">
            <a:pathLst>
              <a:path w="993553" h="95">
                <a:moveTo>
                  <a:pt x="0" y="0"/>
                </a:moveTo>
                <a:lnTo>
                  <a:pt x="993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6" name="bond-293">
            <a:extLst xmlns:a="http://schemas.openxmlformats.org/drawingml/2006/main">
              <a:ext uri="{FF2B5EF4-FFF2-40B4-BE49-F238E27FC236}">
                <a16:creationId xmlns:a16="http://schemas.microsoft.com/office/drawing/2014/main" id="{AD28843D-4179-495D-8843-D7809C55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639" y="723709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0"/>
                </a:moveTo>
                <a:lnTo>
                  <a:pt x="59722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7" name="bond-294">
            <a:extLst xmlns:a="http://schemas.openxmlformats.org/drawingml/2006/main">
              <a:ext uri="{FF2B5EF4-FFF2-40B4-BE49-F238E27FC236}">
                <a16:creationId xmlns:a16="http://schemas.microsoft.com/office/drawing/2014/main" id="{E145AC88-67EB-4FF2-8A5B-3F8E1F7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639" y="761714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38005"/>
                </a:moveTo>
                <a:lnTo>
                  <a:pt x="5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8" name="text-CID / MS/MS-295">
            <a:extLst xmlns:a="http://schemas.openxmlformats.org/drawingml/2006/main">
              <a:ext uri="{FF2B5EF4-FFF2-40B4-BE49-F238E27FC236}">
                <a16:creationId xmlns:a16="http://schemas.microsoft.com/office/drawing/2014/main" id="{563A1B9F-A8E0-4909-B76F-224E5E53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091" y="624463"/>
            <a:ext cx="1031558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CID / MS/MS</a:t>
            </a:r>
          </a:p>
        </p:txBody>
      </p:sp>
      <p:sp>
        <p:nvSpPr>
          <p:cNvPr id="49" name="text-R¹-296">
            <a:extLst xmlns:a="http://schemas.openxmlformats.org/drawingml/2006/main">
              <a:ext uri="{FF2B5EF4-FFF2-40B4-BE49-F238E27FC236}">
                <a16:creationId xmlns:a16="http://schemas.microsoft.com/office/drawing/2014/main" id="{DF8FAE01-51F1-492C-B38A-55E5187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092" y="76670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50" name="bond-297">
            <a:extLst xmlns:a="http://schemas.openxmlformats.org/drawingml/2006/main">
              <a:ext uri="{FF2B5EF4-FFF2-40B4-BE49-F238E27FC236}">
                <a16:creationId xmlns:a16="http://schemas.microsoft.com/office/drawing/2014/main" id="{B36A2876-785E-4CA5-8BCD-C0862EE3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965" y="750856"/>
            <a:ext cx="32576" cy="27146"/>
          </a:xfrm>
          <a:custGeom xmlns:a="http://schemas.openxmlformats.org/drawingml/2006/main">
            <a:pathLst>
              <a:path w="32576" h="27146">
                <a:moveTo>
                  <a:pt x="0" y="27146"/>
                </a:moveTo>
                <a:lnTo>
                  <a:pt x="32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51" name="text-CH-298">
            <a:extLst xmlns:a="http://schemas.openxmlformats.org/drawingml/2006/main">
              <a:ext uri="{FF2B5EF4-FFF2-40B4-BE49-F238E27FC236}">
                <a16:creationId xmlns:a16="http://schemas.microsoft.com/office/drawing/2014/main" id="{3E112D77-F559-4391-B5F9-D5BF065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541" y="66355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52" name="bond-299">
            <a:extLst xmlns:a="http://schemas.openxmlformats.org/drawingml/2006/main">
              <a:ext uri="{FF2B5EF4-FFF2-40B4-BE49-F238E27FC236}">
                <a16:creationId xmlns:a16="http://schemas.microsoft.com/office/drawing/2014/main" id="{CD83EE62-2207-4EB6-B3E9-D6138AE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416" y="755139"/>
            <a:ext cx="65151" cy="32576"/>
          </a:xfrm>
          <a:custGeom xmlns:a="http://schemas.openxmlformats.org/drawingml/2006/main">
            <a:pathLst>
              <a:path w="65151" h="32576">
                <a:moveTo>
                  <a:pt x="0" y="0"/>
                </a:moveTo>
                <a:lnTo>
                  <a:pt x="65151" y="32576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53" name="bond-300">
            <a:extLst xmlns:a="http://schemas.openxmlformats.org/drawingml/2006/main">
              <a:ext uri="{FF2B5EF4-FFF2-40B4-BE49-F238E27FC236}">
                <a16:creationId xmlns:a16="http://schemas.microsoft.com/office/drawing/2014/main" id="{211127C4-5ECC-4596-9135-98BA62FF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128" y="735714"/>
            <a:ext cx="65151" cy="32576"/>
          </a:xfrm>
          <a:custGeom xmlns:a="http://schemas.openxmlformats.org/drawingml/2006/main">
            <a:pathLst>
              <a:path w="65151" h="32576">
                <a:moveTo>
                  <a:pt x="0" y="0"/>
                </a:moveTo>
                <a:lnTo>
                  <a:pt x="65151" y="32576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54" name="text-O-301">
            <a:extLst xmlns:a="http://schemas.openxmlformats.org/drawingml/2006/main">
              <a:ext uri="{FF2B5EF4-FFF2-40B4-BE49-F238E27FC236}">
                <a16:creationId xmlns:a16="http://schemas.microsoft.com/office/drawing/2014/main" id="{9BFAB4A1-9444-4CFE-97CD-4C234025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277" y="76128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5" name="text-+-302">
            <a:extLst xmlns:a="http://schemas.openxmlformats.org/drawingml/2006/main">
              <a:ext uri="{FF2B5EF4-FFF2-40B4-BE49-F238E27FC236}">
                <a16:creationId xmlns:a16="http://schemas.microsoft.com/office/drawing/2014/main" id="{9765F32A-4DC6-4250-A4FE-580A5A3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022" y="724578"/>
            <a:ext cx="141161" cy="85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99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6" name="text-R²-303">
            <a:extLst xmlns:a="http://schemas.openxmlformats.org/drawingml/2006/main">
              <a:ext uri="{FF2B5EF4-FFF2-40B4-BE49-F238E27FC236}">
                <a16:creationId xmlns:a16="http://schemas.microsoft.com/office/drawing/2014/main" id="{37255434-1528-4543-A0DF-50965B6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914" y="6418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57" name="bond-304">
            <a:extLst xmlns:a="http://schemas.openxmlformats.org/drawingml/2006/main">
              <a:ext uri="{FF2B5EF4-FFF2-40B4-BE49-F238E27FC236}">
                <a16:creationId xmlns:a16="http://schemas.microsoft.com/office/drawing/2014/main" id="{62693AC6-5CF4-4FE1-9C55-A1BE7647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357" y="636841"/>
            <a:ext cx="32576" cy="16288"/>
          </a:xfrm>
          <a:custGeom xmlns:a="http://schemas.openxmlformats.org/drawingml/2006/main">
            <a:pathLst>
              <a:path w="32576" h="16288">
                <a:moveTo>
                  <a:pt x="0" y="16288"/>
                </a:moveTo>
                <a:lnTo>
                  <a:pt x="32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58" name="text-CH-305">
            <a:extLst xmlns:a="http://schemas.openxmlformats.org/drawingml/2006/main">
              <a:ext uri="{FF2B5EF4-FFF2-40B4-BE49-F238E27FC236}">
                <a16:creationId xmlns:a16="http://schemas.microsoft.com/office/drawing/2014/main" id="{76DC7A22-760F-4D60-8041-AB0CE30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504" y="54411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59" name="bond-306">
            <a:extLst xmlns:a="http://schemas.openxmlformats.org/drawingml/2006/main">
              <a:ext uri="{FF2B5EF4-FFF2-40B4-BE49-F238E27FC236}">
                <a16:creationId xmlns:a16="http://schemas.microsoft.com/office/drawing/2014/main" id="{89346424-7284-4F70-B4F5-22F12E3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363" y="635117"/>
            <a:ext cx="76010" cy="48863"/>
          </a:xfrm>
          <a:custGeom xmlns:a="http://schemas.openxmlformats.org/drawingml/2006/main">
            <a:pathLst>
              <a:path w="76010" h="48863">
                <a:moveTo>
                  <a:pt x="0" y="0"/>
                </a:moveTo>
                <a:lnTo>
                  <a:pt x="76010" y="4886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60" name="bond-307">
            <a:extLst xmlns:a="http://schemas.openxmlformats.org/drawingml/2006/main">
              <a:ext uri="{FF2B5EF4-FFF2-40B4-BE49-F238E27FC236}">
                <a16:creationId xmlns:a16="http://schemas.microsoft.com/office/drawing/2014/main" id="{B4132055-12ED-483E-A46A-ED5E9CD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107" y="616849"/>
            <a:ext cx="76010" cy="48863"/>
          </a:xfrm>
          <a:custGeom xmlns:a="http://schemas.openxmlformats.org/drawingml/2006/main">
            <a:pathLst>
              <a:path w="76010" h="48863">
                <a:moveTo>
                  <a:pt x="0" y="0"/>
                </a:moveTo>
                <a:lnTo>
                  <a:pt x="76010" y="4886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61" name="text-C-308">
            <a:extLst xmlns:a="http://schemas.openxmlformats.org/drawingml/2006/main">
              <a:ext uri="{FF2B5EF4-FFF2-40B4-BE49-F238E27FC236}">
                <a16:creationId xmlns:a16="http://schemas.microsoft.com/office/drawing/2014/main" id="{5D87B98B-5F9D-4CB2-ACDF-E6220E2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240" y="6418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bond-309">
            <a:extLst xmlns:a="http://schemas.openxmlformats.org/drawingml/2006/main">
              <a:ext uri="{FF2B5EF4-FFF2-40B4-BE49-F238E27FC236}">
                <a16:creationId xmlns:a16="http://schemas.microsoft.com/office/drawing/2014/main" id="{54BDF3FB-BB1D-4AF1-8347-70B730D2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825" y="615124"/>
            <a:ext cx="86868" cy="48863"/>
          </a:xfrm>
          <a:custGeom xmlns:a="http://schemas.openxmlformats.org/drawingml/2006/main">
            <a:pathLst>
              <a:path w="86868" h="48863">
                <a:moveTo>
                  <a:pt x="0" y="48863"/>
                </a:moveTo>
                <a:lnTo>
                  <a:pt x="86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63" name="text-CH₃-310">
            <a:extLst xmlns:a="http://schemas.openxmlformats.org/drawingml/2006/main">
              <a:ext uri="{FF2B5EF4-FFF2-40B4-BE49-F238E27FC236}">
                <a16:creationId xmlns:a16="http://schemas.microsoft.com/office/drawing/2014/main" id="{217F17F5-4145-4BB9-A4E5-C3B5219A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104" y="554968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64" name="bond-311">
            <a:extLst xmlns:a="http://schemas.openxmlformats.org/drawingml/2006/main">
              <a:ext uri="{FF2B5EF4-FFF2-40B4-BE49-F238E27FC236}">
                <a16:creationId xmlns:a16="http://schemas.microsoft.com/office/drawing/2014/main" id="{0367C919-3B20-42F0-87EC-2928FDD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91" y="739997"/>
            <a:ext cx="95" cy="114014"/>
          </a:xfrm>
          <a:custGeom xmlns:a="http://schemas.openxmlformats.org/drawingml/2006/main">
            <a:pathLst>
              <a:path w="95" h="114014">
                <a:moveTo>
                  <a:pt x="0" y="0"/>
                </a:moveTo>
                <a:lnTo>
                  <a:pt x="0" y="11401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65" name="text-CH₃-312">
            <a:extLst xmlns:a="http://schemas.openxmlformats.org/drawingml/2006/main">
              <a:ext uri="{FF2B5EF4-FFF2-40B4-BE49-F238E27FC236}">
                <a16:creationId xmlns:a16="http://schemas.microsoft.com/office/drawing/2014/main" id="{36EFA631-F164-450E-941B-BCBF017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368" y="853577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66" name="text-Unsaturated lipid-313">
            <a:extLst xmlns:a="http://schemas.openxmlformats.org/drawingml/2006/main">
              <a:ext uri="{FF2B5EF4-FFF2-40B4-BE49-F238E27FC236}">
                <a16:creationId xmlns:a16="http://schemas.microsoft.com/office/drawing/2014/main" id="{FFDAFECA-2F7F-4759-9810-11280F62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866" y="1183676"/>
            <a:ext cx="1085850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Unsaturated lipid</a:t>
            </a:r>
          </a:p>
        </p:txBody>
      </p:sp>
      <p:sp>
        <p:nvSpPr>
          <p:cNvPr id="67" name="text-Acetone-314">
            <a:extLst xmlns:a="http://schemas.openxmlformats.org/drawingml/2006/main">
              <a:ext uri="{FF2B5EF4-FFF2-40B4-BE49-F238E27FC236}">
                <a16:creationId xmlns:a16="http://schemas.microsoft.com/office/drawing/2014/main" id="{D2CD1B5B-BDA8-481D-B0A8-DD613915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760" y="1183676"/>
            <a:ext cx="306318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Acetone</a:t>
            </a:r>
          </a:p>
        </p:txBody>
      </p:sp>
      <p:sp>
        <p:nvSpPr>
          <p:cNvPr id="68" name="text-Oxetane A (representative)-315">
            <a:extLst xmlns:a="http://schemas.openxmlformats.org/drawingml/2006/main">
              <a:ext uri="{FF2B5EF4-FFF2-40B4-BE49-F238E27FC236}">
                <a16:creationId xmlns:a16="http://schemas.microsoft.com/office/drawing/2014/main" id="{10FE6F41-4B46-43C6-8EDB-2175FB5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222" y="1183676"/>
            <a:ext cx="1411605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Oxetane A (representative)</a:t>
            </a:r>
          </a:p>
        </p:txBody>
      </p:sp>
      <p:sp>
        <p:nvSpPr>
          <p:cNvPr id="69" name="text-Carbonyl fragment-316">
            <a:extLst xmlns:a="http://schemas.openxmlformats.org/drawingml/2006/main">
              <a:ext uri="{FF2B5EF4-FFF2-40B4-BE49-F238E27FC236}">
                <a16:creationId xmlns:a16="http://schemas.microsoft.com/office/drawing/2014/main" id="{4CDAAE5E-C416-4143-90A7-EB2E31A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049" y="1183676"/>
            <a:ext cx="1140143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Carbonyl fragment</a:t>
            </a:r>
          </a:p>
        </p:txBody>
      </p:sp>
      <p:sp>
        <p:nvSpPr>
          <p:cNvPr id="70" name="text-Alkene fragment-317">
            <a:extLst xmlns:a="http://schemas.openxmlformats.org/drawingml/2006/main">
              <a:ext uri="{FF2B5EF4-FFF2-40B4-BE49-F238E27FC236}">
                <a16:creationId xmlns:a16="http://schemas.microsoft.com/office/drawing/2014/main" id="{448E3C8A-83C0-47AC-B719-CA216A1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90" y="1183676"/>
            <a:ext cx="1085850" cy="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56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56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Alkene fragment</a:t>
            </a:r>
          </a:p>
        </p:txBody>
      </p:sp>
      <p:sp>
        <p:nvSpPr>
          <p:cNvPr id="71" name="text-Position-specific fragment connectivity-318">
            <a:extLst xmlns:a="http://schemas.openxmlformats.org/drawingml/2006/main">
              <a:ext uri="{FF2B5EF4-FFF2-40B4-BE49-F238E27FC236}">
                <a16:creationId xmlns:a16="http://schemas.microsoft.com/office/drawing/2014/main" id="{EB58ED80-19F3-44EC-91FD-9712BED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776" y="1295301"/>
            <a:ext cx="2063115" cy="7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Position-specific fragment connectivity</a:t>
            </a:r>
          </a:p>
        </p:txBody>
      </p:sp>
      <p:sp>
        <p:nvSpPr>
          <p:cNvPr id="72" name="text-Charges not assigned to generic R groups-319">
            <a:extLst xmlns:a="http://schemas.openxmlformats.org/drawingml/2006/main">
              <a:ext uri="{FF2B5EF4-FFF2-40B4-BE49-F238E27FC236}">
                <a16:creationId xmlns:a16="http://schemas.microsoft.com/office/drawing/2014/main" id="{848D0086-EE4A-4A19-9FE9-1A5FB0E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484" y="1376740"/>
            <a:ext cx="2171700" cy="7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Charges not assigned to generic R groups</a:t>
            </a:r>
          </a:p>
        </p:txBody>
      </p:sp>
      <p:sp>
        <p:nvSpPr>
          <p:cNvPr id="73" name="bond-320">
            <a:extLst xmlns:a="http://schemas.openxmlformats.org/drawingml/2006/main">
              <a:ext uri="{FF2B5EF4-FFF2-40B4-BE49-F238E27FC236}">
                <a16:creationId xmlns:a16="http://schemas.microsoft.com/office/drawing/2014/main" id="{2DCF2289-ED3F-4025-BA48-C52E51E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314" y="1505521"/>
            <a:ext cx="108585" cy="95"/>
          </a:xfrm>
          <a:custGeom xmlns:a="http://schemas.openxmlformats.org/drawingml/2006/main">
            <a:pathLst>
              <a:path w="108585" h="95">
                <a:moveTo>
                  <a:pt x="0" y="0"/>
                </a:moveTo>
                <a:lnTo>
                  <a:pt x="108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3">
            <a:solidFill>
              <a:srgbClr val="FF1726"/>
            </a:solidFill>
            <a:prstDash val="solid"/>
          </a:ln>
        </p:spPr>
      </p:sp>
      <p:sp>
        <p:nvSpPr>
          <p:cNvPr id="74" name="text-New ring bonds-321">
            <a:extLst xmlns:a="http://schemas.openxmlformats.org/drawingml/2006/main">
              <a:ext uri="{FF2B5EF4-FFF2-40B4-BE49-F238E27FC236}">
                <a16:creationId xmlns:a16="http://schemas.microsoft.com/office/drawing/2014/main" id="{32739F04-5D73-4E98-ACD8-8F038946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890" y="1474466"/>
            <a:ext cx="651510" cy="7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New ring bonds</a:t>
            </a:r>
          </a:p>
        </p:txBody>
      </p:sp>
      <p:sp>
        <p:nvSpPr>
          <p:cNvPr id="75" name="bond-322">
            <a:extLst xmlns:a="http://schemas.openxmlformats.org/drawingml/2006/main">
              <a:ext uri="{FF2B5EF4-FFF2-40B4-BE49-F238E27FC236}">
                <a16:creationId xmlns:a16="http://schemas.microsoft.com/office/drawing/2014/main" id="{25F08589-7FB6-43F7-B975-217A3DF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277" y="1478375"/>
            <a:ext cx="43434" cy="48863"/>
          </a:xfrm>
          <a:custGeom xmlns:a="http://schemas.openxmlformats.org/drawingml/2006/main">
            <a:pathLst>
              <a:path w="43434" h="48863">
                <a:moveTo>
                  <a:pt x="0" y="48863"/>
                </a:moveTo>
                <a:lnTo>
                  <a:pt x="434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3">
            <a:solidFill>
              <a:srgbClr val="FF1726"/>
            </a:solidFill>
            <a:prstDash val="solid"/>
          </a:ln>
        </p:spPr>
      </p:sp>
      <p:sp>
        <p:nvSpPr>
          <p:cNvPr id="76" name="bond-323">
            <a:extLst xmlns:a="http://schemas.openxmlformats.org/drawingml/2006/main">
              <a:ext uri="{FF2B5EF4-FFF2-40B4-BE49-F238E27FC236}">
                <a16:creationId xmlns:a16="http://schemas.microsoft.com/office/drawing/2014/main" id="{72CE084D-D90E-47D4-8ED6-80E2457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94" y="1483804"/>
            <a:ext cx="43434" cy="48863"/>
          </a:xfrm>
          <a:custGeom xmlns:a="http://schemas.openxmlformats.org/drawingml/2006/main">
            <a:pathLst>
              <a:path w="43434" h="48863">
                <a:moveTo>
                  <a:pt x="0" y="48863"/>
                </a:moveTo>
                <a:lnTo>
                  <a:pt x="434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3">
            <a:solidFill>
              <a:srgbClr val="FF1726"/>
            </a:solidFill>
            <a:prstDash val="solid"/>
          </a:ln>
        </p:spPr>
      </p:sp>
      <p:sp>
        <p:nvSpPr>
          <p:cNvPr id="77" name="text-CID scission marks-324">
            <a:extLst xmlns:a="http://schemas.openxmlformats.org/drawingml/2006/main">
              <a:ext uri="{FF2B5EF4-FFF2-40B4-BE49-F238E27FC236}">
                <a16:creationId xmlns:a16="http://schemas.microsoft.com/office/drawing/2014/main" id="{242020B7-73C2-4926-8251-166AAD7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697" y="1474466"/>
            <a:ext cx="868680" cy="7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CID scission marks</a:t>
            </a:r>
          </a:p>
        </p:txBody>
      </p:sp>
      <p:sp>
        <p:nvSpPr>
          <p:cNvPr id="78" name="text-Regioisomer B interchanges R¹ and R².-325">
            <a:extLst xmlns:a="http://schemas.openxmlformats.org/drawingml/2006/main">
              <a:ext uri="{FF2B5EF4-FFF2-40B4-BE49-F238E27FC236}">
                <a16:creationId xmlns:a16="http://schemas.microsoft.com/office/drawing/2014/main" id="{9528ECAE-06CE-4A01-B9AB-B88379B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509" y="1474466"/>
            <a:ext cx="1628775" cy="7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Regioisomer B interchanges R¹ and R².</a:t>
            </a:r>
          </a:p>
        </p:txBody>
      </p:sp>
      <p:sp>
        <p:nvSpPr>
          <p:cNvPr id="79" name="text-O-326">
            <a:extLst xmlns:a="http://schemas.openxmlformats.org/drawingml/2006/main">
              <a:ext uri="{FF2B5EF4-FFF2-40B4-BE49-F238E27FC236}">
                <a16:creationId xmlns:a16="http://schemas.microsoft.com/office/drawing/2014/main" id="{5E0A5191-6F39-4838-839E-C445B40F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08" y="2106431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0" name="bond-327">
            <a:extLst xmlns:a="http://schemas.openxmlformats.org/drawingml/2006/main">
              <a:ext uri="{FF2B5EF4-FFF2-40B4-BE49-F238E27FC236}">
                <a16:creationId xmlns:a16="http://schemas.microsoft.com/office/drawing/2014/main" id="{BCE5360D-52C2-41FE-BE90-0E782E88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515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0"/>
                </a:moveTo>
                <a:lnTo>
                  <a:pt x="0" y="135731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81" name="bond-328">
            <a:extLst xmlns:a="http://schemas.openxmlformats.org/drawingml/2006/main">
              <a:ext uri="{FF2B5EF4-FFF2-40B4-BE49-F238E27FC236}">
                <a16:creationId xmlns:a16="http://schemas.microsoft.com/office/drawing/2014/main" id="{A3FE444F-50ED-4F2E-8964-257189A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661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0"/>
                </a:moveTo>
                <a:lnTo>
                  <a:pt x="0" y="135731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82" name="text-C-329">
            <a:extLst xmlns:a="http://schemas.openxmlformats.org/drawingml/2006/main">
              <a:ext uri="{FF2B5EF4-FFF2-40B4-BE49-F238E27FC236}">
                <a16:creationId xmlns:a16="http://schemas.microsoft.com/office/drawing/2014/main" id="{741F74F9-F658-4211-B93C-04783B9C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08" y="2367035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3" name="bond-330">
            <a:extLst xmlns:a="http://schemas.openxmlformats.org/drawingml/2006/main">
              <a:ext uri="{FF2B5EF4-FFF2-40B4-BE49-F238E27FC236}">
                <a16:creationId xmlns:a16="http://schemas.microsoft.com/office/drawing/2014/main" id="{B793FDBA-BB00-4AB3-9A60-8C9B143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923" y="2444782"/>
            <a:ext cx="124873" cy="70580"/>
          </a:xfrm>
          <a:custGeom xmlns:a="http://schemas.openxmlformats.org/drawingml/2006/main">
            <a:pathLst>
              <a:path w="124873" h="70580">
                <a:moveTo>
                  <a:pt x="124873" y="0"/>
                </a:moveTo>
                <a:lnTo>
                  <a:pt x="0" y="7058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84" name="text-H₃C-331">
            <a:extLst xmlns:a="http://schemas.openxmlformats.org/drawingml/2006/main">
              <a:ext uri="{FF2B5EF4-FFF2-40B4-BE49-F238E27FC236}">
                <a16:creationId xmlns:a16="http://schemas.microsoft.com/office/drawing/2014/main" id="{031AEAC2-0A95-46C3-8AAB-4C3B9E4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256" y="2486478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85" name="bond-332">
            <a:extLst xmlns:a="http://schemas.openxmlformats.org/drawingml/2006/main">
              <a:ext uri="{FF2B5EF4-FFF2-40B4-BE49-F238E27FC236}">
                <a16:creationId xmlns:a16="http://schemas.microsoft.com/office/drawing/2014/main" id="{2F7B5005-63BC-4FD6-9827-C007D7E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381" y="2455640"/>
            <a:ext cx="119444" cy="65151"/>
          </a:xfrm>
          <a:custGeom xmlns:a="http://schemas.openxmlformats.org/drawingml/2006/main">
            <a:pathLst>
              <a:path w="119444" h="65151">
                <a:moveTo>
                  <a:pt x="0" y="0"/>
                </a:moveTo>
                <a:lnTo>
                  <a:pt x="119444" y="65151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86" name="text-CH₃-333">
            <a:extLst xmlns:a="http://schemas.openxmlformats.org/drawingml/2006/main">
              <a:ext uri="{FF2B5EF4-FFF2-40B4-BE49-F238E27FC236}">
                <a16:creationId xmlns:a16="http://schemas.microsoft.com/office/drawing/2014/main" id="{A047387F-8A06-4FB8-8C97-3A21E137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898" y="2491908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87" name="text-+-334">
            <a:extLst xmlns:a="http://schemas.openxmlformats.org/drawingml/2006/main">
              <a:ext uri="{FF2B5EF4-FFF2-40B4-BE49-F238E27FC236}">
                <a16:creationId xmlns:a16="http://schemas.microsoft.com/office/drawing/2014/main" id="{81E7B70B-2B2B-4E3F-ADFB-2C42308E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443" y="2378545"/>
            <a:ext cx="141161" cy="121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8" name="text-H₃C-335">
            <a:extLst xmlns:a="http://schemas.openxmlformats.org/drawingml/2006/main">
              <a:ext uri="{FF2B5EF4-FFF2-40B4-BE49-F238E27FC236}">
                <a16:creationId xmlns:a16="http://schemas.microsoft.com/office/drawing/2014/main" id="{50D8D7F5-DD2F-41D7-8559-CABE779E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983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89" name="bond-336">
            <a:extLst xmlns:a="http://schemas.openxmlformats.org/drawingml/2006/main">
              <a:ext uri="{FF2B5EF4-FFF2-40B4-BE49-F238E27FC236}">
                <a16:creationId xmlns:a16="http://schemas.microsoft.com/office/drawing/2014/main" id="{881CCCA7-728F-49F8-9B50-0A12ACE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080" y="2417636"/>
            <a:ext cx="157448" cy="95"/>
          </a:xfrm>
          <a:custGeom xmlns:a="http://schemas.openxmlformats.org/drawingml/2006/main">
            <a:pathLst>
              <a:path w="157448" h="95">
                <a:moveTo>
                  <a:pt x="0" y="0"/>
                </a:moveTo>
                <a:lnTo>
                  <a:pt x="1574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0" name="text-N⁺-337">
            <a:extLst xmlns:a="http://schemas.openxmlformats.org/drawingml/2006/main">
              <a:ext uri="{FF2B5EF4-FFF2-40B4-BE49-F238E27FC236}">
                <a16:creationId xmlns:a16="http://schemas.microsoft.com/office/drawing/2014/main" id="{A29FE920-FF1D-4C98-8DBF-E97F1CC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195" y="2367035"/>
            <a:ext cx="148110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91" name="bond-338">
            <a:extLst xmlns:a="http://schemas.openxmlformats.org/drawingml/2006/main">
              <a:ext uri="{FF2B5EF4-FFF2-40B4-BE49-F238E27FC236}">
                <a16:creationId xmlns:a16="http://schemas.microsoft.com/office/drawing/2014/main" id="{C585B969-E9E3-4A52-B61F-52599A3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962" y="2222182"/>
            <a:ext cx="95" cy="146590"/>
          </a:xfrm>
          <a:custGeom xmlns:a="http://schemas.openxmlformats.org/drawingml/2006/main">
            <a:pathLst>
              <a:path w="95" h="146590">
                <a:moveTo>
                  <a:pt x="0" y="1465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2" name="text-CH₃-339">
            <a:extLst xmlns:a="http://schemas.openxmlformats.org/drawingml/2006/main">
              <a:ext uri="{FF2B5EF4-FFF2-40B4-BE49-F238E27FC236}">
                <a16:creationId xmlns:a16="http://schemas.microsoft.com/office/drawing/2014/main" id="{37AABDBD-B1FD-4015-8E45-C2F2021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01" y="2106431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93" name="bond-340">
            <a:extLst xmlns:a="http://schemas.openxmlformats.org/drawingml/2006/main">
              <a:ext uri="{FF2B5EF4-FFF2-40B4-BE49-F238E27FC236}">
                <a16:creationId xmlns:a16="http://schemas.microsoft.com/office/drawing/2014/main" id="{10F08A8C-EA53-46D2-A08F-2872C661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962" y="2488216"/>
            <a:ext cx="95" cy="135731"/>
          </a:xfrm>
          <a:custGeom xmlns:a="http://schemas.openxmlformats.org/drawingml/2006/main">
            <a:pathLst>
              <a:path w="95" h="135731">
                <a:moveTo>
                  <a:pt x="0" y="0"/>
                </a:moveTo>
                <a:lnTo>
                  <a:pt x="0" y="135731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4" name="text-CH₃-341">
            <a:extLst xmlns:a="http://schemas.openxmlformats.org/drawingml/2006/main">
              <a:ext uri="{FF2B5EF4-FFF2-40B4-BE49-F238E27FC236}">
                <a16:creationId xmlns:a16="http://schemas.microsoft.com/office/drawing/2014/main" id="{2E9EEE07-F4A5-4834-8E84-A599CDB2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01" y="2616780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95" name="bond-342">
            <a:extLst xmlns:a="http://schemas.openxmlformats.org/drawingml/2006/main">
              <a:ext uri="{FF2B5EF4-FFF2-40B4-BE49-F238E27FC236}">
                <a16:creationId xmlns:a16="http://schemas.microsoft.com/office/drawing/2014/main" id="{B9C078C4-F64F-4C3F-829F-E31E6337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2417636"/>
            <a:ext cx="97726" cy="95"/>
          </a:xfrm>
          <a:custGeom xmlns:a="http://schemas.openxmlformats.org/drawingml/2006/main">
            <a:pathLst>
              <a:path w="97726" h="95">
                <a:moveTo>
                  <a:pt x="0" y="0"/>
                </a:moveTo>
                <a:lnTo>
                  <a:pt x="9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6" name="text-CH₂-343">
            <a:extLst xmlns:a="http://schemas.openxmlformats.org/drawingml/2006/main">
              <a:ext uri="{FF2B5EF4-FFF2-40B4-BE49-F238E27FC236}">
                <a16:creationId xmlns:a16="http://schemas.microsoft.com/office/drawing/2014/main" id="{FEEBA63C-18C0-45D6-ADE8-FEBE29D5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201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CH₂</a:t>
            </a:r>
          </a:p>
        </p:txBody>
      </p:sp>
      <p:sp>
        <p:nvSpPr>
          <p:cNvPr id="97" name="bond-344">
            <a:extLst xmlns:a="http://schemas.openxmlformats.org/drawingml/2006/main">
              <a:ext uri="{FF2B5EF4-FFF2-40B4-BE49-F238E27FC236}">
                <a16:creationId xmlns:a16="http://schemas.microsoft.com/office/drawing/2014/main" id="{5FE1B7F2-632D-4F89-9115-3B8D600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580" y="2417636"/>
            <a:ext cx="86868" cy="95"/>
          </a:xfrm>
          <a:custGeom xmlns:a="http://schemas.openxmlformats.org/drawingml/2006/main">
            <a:pathLst>
              <a:path w="86868" h="95">
                <a:moveTo>
                  <a:pt x="0" y="0"/>
                </a:moveTo>
                <a:lnTo>
                  <a:pt x="86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8" name="text-C-345">
            <a:extLst xmlns:a="http://schemas.openxmlformats.org/drawingml/2006/main">
              <a:ext uri="{FF2B5EF4-FFF2-40B4-BE49-F238E27FC236}">
                <a16:creationId xmlns:a16="http://schemas.microsoft.com/office/drawing/2014/main" id="{375CFE5B-84F3-4658-B54B-BB60302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302" y="2367035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9" name="bond-346">
            <a:extLst xmlns:a="http://schemas.openxmlformats.org/drawingml/2006/main">
              <a:ext uri="{FF2B5EF4-FFF2-40B4-BE49-F238E27FC236}">
                <a16:creationId xmlns:a16="http://schemas.microsoft.com/office/drawing/2014/main" id="{08B984D2-4B95-452A-AE9D-C213CC7E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5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0" name="bond-347">
            <a:extLst xmlns:a="http://schemas.openxmlformats.org/drawingml/2006/main">
              <a:ext uri="{FF2B5EF4-FFF2-40B4-BE49-F238E27FC236}">
                <a16:creationId xmlns:a16="http://schemas.microsoft.com/office/drawing/2014/main" id="{04C6DA31-3C5C-4D93-BAFC-250DDC5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309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1" name="text-O-348">
            <a:extLst xmlns:a="http://schemas.openxmlformats.org/drawingml/2006/main">
              <a:ext uri="{FF2B5EF4-FFF2-40B4-BE49-F238E27FC236}">
                <a16:creationId xmlns:a16="http://schemas.microsoft.com/office/drawing/2014/main" id="{4A2753FE-948A-42BA-B7E6-3B262FAF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302" y="2106431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02" name="bond-349">
            <a:extLst xmlns:a="http://schemas.openxmlformats.org/drawingml/2006/main">
              <a:ext uri="{FF2B5EF4-FFF2-40B4-BE49-F238E27FC236}">
                <a16:creationId xmlns:a16="http://schemas.microsoft.com/office/drawing/2014/main" id="{C18E77DB-9D28-4D0C-9E5D-1079286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17636"/>
            <a:ext cx="124873" cy="95"/>
          </a:xfrm>
          <a:custGeom xmlns:a="http://schemas.openxmlformats.org/drawingml/2006/main">
            <a:pathLst>
              <a:path w="124873" h="95">
                <a:moveTo>
                  <a:pt x="0" y="0"/>
                </a:moveTo>
                <a:lnTo>
                  <a:pt x="124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3" name="text-NH-350">
            <a:extLst xmlns:a="http://schemas.openxmlformats.org/drawingml/2006/main">
              <a:ext uri="{FF2B5EF4-FFF2-40B4-BE49-F238E27FC236}">
                <a16:creationId xmlns:a16="http://schemas.microsoft.com/office/drawing/2014/main" id="{0BE66948-C733-459E-85FA-1C04DC9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002" y="2367035"/>
            <a:ext cx="148110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</a:t>
            </a:r>
          </a:p>
        </p:txBody>
      </p:sp>
      <p:sp>
        <p:nvSpPr>
          <p:cNvPr id="104" name="bond-351">
            <a:extLst xmlns:a="http://schemas.openxmlformats.org/drawingml/2006/main">
              <a:ext uri="{FF2B5EF4-FFF2-40B4-BE49-F238E27FC236}">
                <a16:creationId xmlns:a16="http://schemas.microsoft.com/office/drawing/2014/main" id="{8B318679-808B-4CD9-9249-5B78165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354" y="2417636"/>
            <a:ext cx="114014" cy="95"/>
          </a:xfrm>
          <a:custGeom xmlns:a="http://schemas.openxmlformats.org/drawingml/2006/main">
            <a:pathLst>
              <a:path w="114014" h="95">
                <a:moveTo>
                  <a:pt x="0" y="0"/>
                </a:moveTo>
                <a:lnTo>
                  <a:pt x="114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5" name="text-NH₂-352">
            <a:extLst xmlns:a="http://schemas.openxmlformats.org/drawingml/2006/main">
              <a:ext uri="{FF2B5EF4-FFF2-40B4-BE49-F238E27FC236}">
                <a16:creationId xmlns:a16="http://schemas.microsoft.com/office/drawing/2014/main" id="{3D6C46C7-63BD-4DA9-A33F-F3E3802A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13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106" name="bond-353">
            <a:extLst xmlns:a="http://schemas.openxmlformats.org/drawingml/2006/main">
              <a:ext uri="{FF2B5EF4-FFF2-40B4-BE49-F238E27FC236}">
                <a16:creationId xmlns:a16="http://schemas.microsoft.com/office/drawing/2014/main" id="{63F566C9-1E5A-48C9-8568-2BFD41F3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421" y="2417636"/>
            <a:ext cx="510350" cy="95"/>
          </a:xfrm>
          <a:custGeom xmlns:a="http://schemas.openxmlformats.org/drawingml/2006/main">
            <a:pathLst>
              <a:path w="510350" h="95">
                <a:moveTo>
                  <a:pt x="0" y="0"/>
                </a:moveTo>
                <a:lnTo>
                  <a:pt x="51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7" name="bond-354">
            <a:extLst xmlns:a="http://schemas.openxmlformats.org/drawingml/2006/main">
              <a:ext uri="{FF2B5EF4-FFF2-40B4-BE49-F238E27FC236}">
                <a16:creationId xmlns:a16="http://schemas.microsoft.com/office/drawing/2014/main" id="{EAC674D9-64DD-4643-9DAF-B46B4E2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49" y="2379631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0"/>
                </a:moveTo>
                <a:lnTo>
                  <a:pt x="59722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8" name="bond-355">
            <a:extLst xmlns:a="http://schemas.openxmlformats.org/drawingml/2006/main">
              <a:ext uri="{FF2B5EF4-FFF2-40B4-BE49-F238E27FC236}">
                <a16:creationId xmlns:a16="http://schemas.microsoft.com/office/drawing/2014/main" id="{B20E8F0E-3A56-45C5-9EF7-A931C06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49" y="2417636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38005"/>
                </a:moveTo>
                <a:lnTo>
                  <a:pt x="5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09" name="text-Permanent positive charge-356">
            <a:extLst xmlns:a="http://schemas.openxmlformats.org/drawingml/2006/main">
              <a:ext uri="{FF2B5EF4-FFF2-40B4-BE49-F238E27FC236}">
                <a16:creationId xmlns:a16="http://schemas.microsoft.com/office/drawing/2014/main" id="{046AC7B3-FA3C-4C3E-9B91-CAFD786E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894" y="1964185"/>
            <a:ext cx="1791653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Permanent positive charge</a:t>
            </a:r>
          </a:p>
        </p:txBody>
      </p:sp>
      <p:sp>
        <p:nvSpPr>
          <p:cNvPr id="110" name="text-H₃C-357">
            <a:extLst xmlns:a="http://schemas.openxmlformats.org/drawingml/2006/main">
              <a:ext uri="{FF2B5EF4-FFF2-40B4-BE49-F238E27FC236}">
                <a16:creationId xmlns:a16="http://schemas.microsoft.com/office/drawing/2014/main" id="{AB722CDC-7345-41CE-88CF-F94B074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155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111" name="bond-358">
            <a:extLst xmlns:a="http://schemas.openxmlformats.org/drawingml/2006/main">
              <a:ext uri="{FF2B5EF4-FFF2-40B4-BE49-F238E27FC236}">
                <a16:creationId xmlns:a16="http://schemas.microsoft.com/office/drawing/2014/main" id="{7714A6B3-16B8-4400-8592-30A716F0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823" y="2417636"/>
            <a:ext cx="168307" cy="95"/>
          </a:xfrm>
          <a:custGeom xmlns:a="http://schemas.openxmlformats.org/drawingml/2006/main">
            <a:pathLst>
              <a:path w="168307" h="95">
                <a:moveTo>
                  <a:pt x="0" y="0"/>
                </a:moveTo>
                <a:lnTo>
                  <a:pt x="168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2" name="text-C-359">
            <a:extLst xmlns:a="http://schemas.openxmlformats.org/drawingml/2006/main">
              <a:ext uri="{FF2B5EF4-FFF2-40B4-BE49-F238E27FC236}">
                <a16:creationId xmlns:a16="http://schemas.microsoft.com/office/drawing/2014/main" id="{BEFA70CA-9A72-4B99-86F1-8F250C06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554" y="2367035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3" name="bond-360">
            <a:extLst xmlns:a="http://schemas.openxmlformats.org/drawingml/2006/main">
              <a:ext uri="{FF2B5EF4-FFF2-40B4-BE49-F238E27FC236}">
                <a16:creationId xmlns:a16="http://schemas.microsoft.com/office/drawing/2014/main" id="{BF44281A-84F9-4006-9976-D239C5CA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134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4" name="text-CH₃-361">
            <a:extLst xmlns:a="http://schemas.openxmlformats.org/drawingml/2006/main">
              <a:ext uri="{FF2B5EF4-FFF2-40B4-BE49-F238E27FC236}">
                <a16:creationId xmlns:a16="http://schemas.microsoft.com/office/drawing/2014/main" id="{ABC3FC37-AB2C-4C75-839F-E368B4E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3" y="2106431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115" name="bond-362">
            <a:extLst xmlns:a="http://schemas.openxmlformats.org/drawingml/2006/main">
              <a:ext uri="{FF2B5EF4-FFF2-40B4-BE49-F238E27FC236}">
                <a16:creationId xmlns:a16="http://schemas.microsoft.com/office/drawing/2014/main" id="{836EE60E-9190-447C-95A4-B3592CA2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568" y="2431209"/>
            <a:ext cx="168307" cy="95"/>
          </a:xfrm>
          <a:custGeom xmlns:a="http://schemas.openxmlformats.org/drawingml/2006/main">
            <a:pathLst>
              <a:path w="168307" h="95">
                <a:moveTo>
                  <a:pt x="0" y="0"/>
                </a:moveTo>
                <a:lnTo>
                  <a:pt x="168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6" name="bond-363">
            <a:extLst xmlns:a="http://schemas.openxmlformats.org/drawingml/2006/main">
              <a:ext uri="{FF2B5EF4-FFF2-40B4-BE49-F238E27FC236}">
                <a16:creationId xmlns:a16="http://schemas.microsoft.com/office/drawing/2014/main" id="{4DECA3E9-32D4-48E8-A180-BD8DFE3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568" y="2404062"/>
            <a:ext cx="168307" cy="95"/>
          </a:xfrm>
          <a:custGeom xmlns:a="http://schemas.openxmlformats.org/drawingml/2006/main">
            <a:pathLst>
              <a:path w="168307" h="95">
                <a:moveTo>
                  <a:pt x="0" y="0"/>
                </a:moveTo>
                <a:lnTo>
                  <a:pt x="168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7" name="text-N-364">
            <a:extLst xmlns:a="http://schemas.openxmlformats.org/drawingml/2006/main">
              <a:ext uri="{FF2B5EF4-FFF2-40B4-BE49-F238E27FC236}">
                <a16:creationId xmlns:a16="http://schemas.microsoft.com/office/drawing/2014/main" id="{50604924-206B-473B-92BA-144BB0FA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728" y="2367035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8" name="bond-365">
            <a:extLst xmlns:a="http://schemas.openxmlformats.org/drawingml/2006/main">
              <a:ext uri="{FF2B5EF4-FFF2-40B4-BE49-F238E27FC236}">
                <a16:creationId xmlns:a16="http://schemas.microsoft.com/office/drawing/2014/main" id="{F31B09D6-C986-4D53-8358-8D9AE88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743" y="2417636"/>
            <a:ext cx="119443" cy="95"/>
          </a:xfrm>
          <a:custGeom xmlns:a="http://schemas.openxmlformats.org/drawingml/2006/main">
            <a:pathLst>
              <a:path w="119443" h="95">
                <a:moveTo>
                  <a:pt x="0" y="0"/>
                </a:moveTo>
                <a:lnTo>
                  <a:pt x="1194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9" name="text-NH-366">
            <a:extLst xmlns:a="http://schemas.openxmlformats.org/drawingml/2006/main">
              <a:ext uri="{FF2B5EF4-FFF2-40B4-BE49-F238E27FC236}">
                <a16:creationId xmlns:a16="http://schemas.microsoft.com/office/drawing/2014/main" id="{063DB68B-156C-4B6F-9F2A-429BF9A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999" y="2367035"/>
            <a:ext cx="148110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</a:t>
            </a:r>
          </a:p>
        </p:txBody>
      </p:sp>
      <p:sp>
        <p:nvSpPr>
          <p:cNvPr id="120" name="bond-367">
            <a:extLst xmlns:a="http://schemas.openxmlformats.org/drawingml/2006/main">
              <a:ext uri="{FF2B5EF4-FFF2-40B4-BE49-F238E27FC236}">
                <a16:creationId xmlns:a16="http://schemas.microsoft.com/office/drawing/2014/main" id="{058C214A-5E03-4D8E-8625-3DC5BABF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922" y="2417636"/>
            <a:ext cx="119443" cy="95"/>
          </a:xfrm>
          <a:custGeom xmlns:a="http://schemas.openxmlformats.org/drawingml/2006/main">
            <a:pathLst>
              <a:path w="119443" h="95">
                <a:moveTo>
                  <a:pt x="0" y="0"/>
                </a:moveTo>
                <a:lnTo>
                  <a:pt x="1194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1" name="text-C-368">
            <a:extLst xmlns:a="http://schemas.openxmlformats.org/drawingml/2006/main">
              <a:ext uri="{FF2B5EF4-FFF2-40B4-BE49-F238E27FC236}">
                <a16:creationId xmlns:a16="http://schemas.microsoft.com/office/drawing/2014/main" id="{BEC9132F-CF02-4964-A821-2D8F7C1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220" y="2367035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2" name="bond-369">
            <a:extLst xmlns:a="http://schemas.openxmlformats.org/drawingml/2006/main">
              <a:ext uri="{FF2B5EF4-FFF2-40B4-BE49-F238E27FC236}">
                <a16:creationId xmlns:a16="http://schemas.microsoft.com/office/drawing/2014/main" id="{459CCAD6-8739-4252-8462-831C766A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73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3" name="bond-370">
            <a:extLst xmlns:a="http://schemas.openxmlformats.org/drawingml/2006/main">
              <a:ext uri="{FF2B5EF4-FFF2-40B4-BE49-F238E27FC236}">
                <a16:creationId xmlns:a16="http://schemas.microsoft.com/office/drawing/2014/main" id="{D719FF9A-F445-4E8D-BF54-42F8736B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27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4" name="text-O-371">
            <a:extLst xmlns:a="http://schemas.openxmlformats.org/drawingml/2006/main">
              <a:ext uri="{FF2B5EF4-FFF2-40B4-BE49-F238E27FC236}">
                <a16:creationId xmlns:a16="http://schemas.microsoft.com/office/drawing/2014/main" id="{A5470500-366F-41CB-961F-1B752EF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220" y="2106431"/>
            <a:ext cx="141161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25" name="bond-372">
            <a:extLst xmlns:a="http://schemas.openxmlformats.org/drawingml/2006/main">
              <a:ext uri="{FF2B5EF4-FFF2-40B4-BE49-F238E27FC236}">
                <a16:creationId xmlns:a16="http://schemas.microsoft.com/office/drawing/2014/main" id="{FC73E29C-3F21-4789-BA92-7D868F8C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234" y="2417636"/>
            <a:ext cx="130302" cy="95"/>
          </a:xfrm>
          <a:custGeom xmlns:a="http://schemas.openxmlformats.org/drawingml/2006/main">
            <a:pathLst>
              <a:path w="130302" h="95">
                <a:moveTo>
                  <a:pt x="0" y="0"/>
                </a:moveTo>
                <a:lnTo>
                  <a:pt x="1303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6" name="text-CH₂-373">
            <a:extLst xmlns:a="http://schemas.openxmlformats.org/drawingml/2006/main">
              <a:ext uri="{FF2B5EF4-FFF2-40B4-BE49-F238E27FC236}">
                <a16:creationId xmlns:a16="http://schemas.microsoft.com/office/drawing/2014/main" id="{8C631BE4-D907-4CEB-9607-68713854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751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CH₂</a:t>
            </a:r>
          </a:p>
        </p:txBody>
      </p:sp>
      <p:sp>
        <p:nvSpPr>
          <p:cNvPr id="127" name="bond-374">
            <a:extLst xmlns:a="http://schemas.openxmlformats.org/drawingml/2006/main">
              <a:ext uri="{FF2B5EF4-FFF2-40B4-BE49-F238E27FC236}">
                <a16:creationId xmlns:a16="http://schemas.microsoft.com/office/drawing/2014/main" id="{83BE7227-F543-42C5-9252-01B4FC2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130" y="2417636"/>
            <a:ext cx="108585" cy="95"/>
          </a:xfrm>
          <a:custGeom xmlns:a="http://schemas.openxmlformats.org/drawingml/2006/main">
            <a:pathLst>
              <a:path w="108585" h="95">
                <a:moveTo>
                  <a:pt x="0" y="0"/>
                </a:moveTo>
                <a:lnTo>
                  <a:pt x="108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8" name="text-N⁺-375">
            <a:extLst xmlns:a="http://schemas.openxmlformats.org/drawingml/2006/main">
              <a:ext uri="{FF2B5EF4-FFF2-40B4-BE49-F238E27FC236}">
                <a16:creationId xmlns:a16="http://schemas.microsoft.com/office/drawing/2014/main" id="{E4B231DA-D537-4E29-B2B0-DEC4A4E0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382" y="2367035"/>
            <a:ext cx="148110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129" name="bond-376">
            <a:extLst xmlns:a="http://schemas.openxmlformats.org/drawingml/2006/main">
              <a:ext uri="{FF2B5EF4-FFF2-40B4-BE49-F238E27FC236}">
                <a16:creationId xmlns:a16="http://schemas.microsoft.com/office/drawing/2014/main" id="{9DB83709-42B5-40C5-9517-A2C2828A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2227612"/>
            <a:ext cx="95" cy="135731"/>
          </a:xfrm>
          <a:custGeom xmlns:a="http://schemas.openxmlformats.org/drawingml/2006/main">
            <a:pathLst>
              <a:path w="95" h="135731">
                <a:moveTo>
                  <a:pt x="0" y="135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30" name="text-CH₃-377">
            <a:extLst xmlns:a="http://schemas.openxmlformats.org/drawingml/2006/main">
              <a:ext uri="{FF2B5EF4-FFF2-40B4-BE49-F238E27FC236}">
                <a16:creationId xmlns:a16="http://schemas.microsoft.com/office/drawing/2014/main" id="{EFA92BA5-E8F4-4336-814D-94DAEBC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359" y="2106431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131" name="bond-378">
            <a:extLst xmlns:a="http://schemas.openxmlformats.org/drawingml/2006/main">
              <a:ext uri="{FF2B5EF4-FFF2-40B4-BE49-F238E27FC236}">
                <a16:creationId xmlns:a16="http://schemas.microsoft.com/office/drawing/2014/main" id="{C307F04C-13BA-4029-B148-1913F164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2488216"/>
            <a:ext cx="95" cy="141160"/>
          </a:xfrm>
          <a:custGeom xmlns:a="http://schemas.openxmlformats.org/drawingml/2006/main">
            <a:pathLst>
              <a:path w="95" h="141160">
                <a:moveTo>
                  <a:pt x="0" y="0"/>
                </a:moveTo>
                <a:lnTo>
                  <a:pt x="0" y="14116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32" name="text-CH₃-379">
            <a:extLst xmlns:a="http://schemas.openxmlformats.org/drawingml/2006/main">
              <a:ext uri="{FF2B5EF4-FFF2-40B4-BE49-F238E27FC236}">
                <a16:creationId xmlns:a16="http://schemas.microsoft.com/office/drawing/2014/main" id="{44B173C7-64AA-4EDC-8C41-01ADEC8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359" y="2616780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133" name="bond-380">
            <a:extLst xmlns:a="http://schemas.openxmlformats.org/drawingml/2006/main">
              <a:ext uri="{FF2B5EF4-FFF2-40B4-BE49-F238E27FC236}">
                <a16:creationId xmlns:a16="http://schemas.microsoft.com/office/drawing/2014/main" id="{0F0CC535-9D3C-4FC0-9BAA-38DA2FBD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017" y="2417636"/>
            <a:ext cx="114014" cy="95"/>
          </a:xfrm>
          <a:custGeom xmlns:a="http://schemas.openxmlformats.org/drawingml/2006/main">
            <a:pathLst>
              <a:path w="114014" h="95">
                <a:moveTo>
                  <a:pt x="0" y="0"/>
                </a:moveTo>
                <a:lnTo>
                  <a:pt x="114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34" name="text-CH₃-381">
            <a:extLst xmlns:a="http://schemas.openxmlformats.org/drawingml/2006/main">
              <a:ext uri="{FF2B5EF4-FFF2-40B4-BE49-F238E27FC236}">
                <a16:creationId xmlns:a16="http://schemas.microsoft.com/office/drawing/2014/main" id="{2460AAF8-031F-49FC-874F-EF69368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105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135" name="text-+-382">
            <a:extLst xmlns:a="http://schemas.openxmlformats.org/drawingml/2006/main">
              <a:ext uri="{FF2B5EF4-FFF2-40B4-BE49-F238E27FC236}">
                <a16:creationId xmlns:a16="http://schemas.microsoft.com/office/drawing/2014/main" id="{E7190756-B538-4557-BFA2-059529E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079" y="2378545"/>
            <a:ext cx="141161" cy="121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5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5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6" name="text-H₂O-383">
            <a:extLst xmlns:a="http://schemas.openxmlformats.org/drawingml/2006/main">
              <a:ext uri="{FF2B5EF4-FFF2-40B4-BE49-F238E27FC236}">
                <a16:creationId xmlns:a16="http://schemas.microsoft.com/office/drawing/2014/main" id="{5DE8295A-26EE-4A5F-975C-6E17169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337" y="2367035"/>
            <a:ext cx="222165" cy="13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H₂O</a:t>
            </a:r>
          </a:p>
        </p:txBody>
      </p:sp>
      <p:sp>
        <p:nvSpPr>
          <p:cNvPr id="137" name="text-Acetone-384">
            <a:extLst xmlns:a="http://schemas.openxmlformats.org/drawingml/2006/main">
              <a:ext uri="{FF2B5EF4-FFF2-40B4-BE49-F238E27FC236}">
                <a16:creationId xmlns:a16="http://schemas.microsoft.com/office/drawing/2014/main" id="{1C6BE944-327B-4CEB-B321-5457CE4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748" y="2854582"/>
            <a:ext cx="86868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Acetone</a:t>
            </a:r>
          </a:p>
        </p:txBody>
      </p:sp>
      <p:sp>
        <p:nvSpPr>
          <p:cNvPr id="138" name="text-Girard T reagent-385">
            <a:extLst xmlns:a="http://schemas.openxmlformats.org/drawingml/2006/main">
              <a:ext uri="{FF2B5EF4-FFF2-40B4-BE49-F238E27FC236}">
                <a16:creationId xmlns:a16="http://schemas.microsoft.com/office/drawing/2014/main" id="{87654573-8F88-4582-9A31-1A108B4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636" y="2854582"/>
            <a:ext cx="1411605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Girard T reagent</a:t>
            </a:r>
          </a:p>
        </p:txBody>
      </p:sp>
      <p:sp>
        <p:nvSpPr>
          <p:cNvPr id="139" name="text-Charge-tagged hydrazone-386">
            <a:extLst xmlns:a="http://schemas.openxmlformats.org/drawingml/2006/main">
              <a:ext uri="{FF2B5EF4-FFF2-40B4-BE49-F238E27FC236}">
                <a16:creationId xmlns:a16="http://schemas.microsoft.com/office/drawing/2014/main" id="{3F519BFF-C060-422B-82EE-742A65E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33" y="2854582"/>
            <a:ext cx="195453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Charge-tagged hydrazone</a:t>
            </a:r>
          </a:p>
        </p:txBody>
      </p:sp>
      <p:sp>
        <p:nvSpPr>
          <p:cNvPr id="140" name="text-O-387">
            <a:extLst xmlns:a="http://schemas.openxmlformats.org/drawingml/2006/main">
              <a:ext uri="{FF2B5EF4-FFF2-40B4-BE49-F238E27FC236}">
                <a16:creationId xmlns:a16="http://schemas.microsoft.com/office/drawing/2014/main" id="{E91BC1AE-2204-4D59-BB36-BF1BD0A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796" y="381794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41" name="bond-388">
            <a:extLst xmlns:a="http://schemas.openxmlformats.org/drawingml/2006/main">
              <a:ext uri="{FF2B5EF4-FFF2-40B4-BE49-F238E27FC236}">
                <a16:creationId xmlns:a16="http://schemas.microsoft.com/office/drawing/2014/main" id="{52716ADF-6783-44A8-8441-CFBE0A92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989" y="3927456"/>
            <a:ext cx="70580" cy="108585"/>
          </a:xfrm>
          <a:custGeom xmlns:a="http://schemas.openxmlformats.org/drawingml/2006/main">
            <a:pathLst>
              <a:path w="70580" h="108585">
                <a:moveTo>
                  <a:pt x="0" y="0"/>
                </a:moveTo>
                <a:lnTo>
                  <a:pt x="7058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42" name="bond-389">
            <a:extLst xmlns:a="http://schemas.openxmlformats.org/drawingml/2006/main">
              <a:ext uri="{FF2B5EF4-FFF2-40B4-BE49-F238E27FC236}">
                <a16:creationId xmlns:a16="http://schemas.microsoft.com/office/drawing/2014/main" id="{8BEED9B2-FE6A-4027-AC1B-D0229D0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197" y="3915620"/>
            <a:ext cx="70580" cy="108585"/>
          </a:xfrm>
          <a:custGeom xmlns:a="http://schemas.openxmlformats.org/drawingml/2006/main">
            <a:pathLst>
              <a:path w="70580" h="108585">
                <a:moveTo>
                  <a:pt x="0" y="0"/>
                </a:moveTo>
                <a:lnTo>
                  <a:pt x="7058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43" name="bond-390">
            <a:extLst xmlns:a="http://schemas.openxmlformats.org/drawingml/2006/main">
              <a:ext uri="{FF2B5EF4-FFF2-40B4-BE49-F238E27FC236}">
                <a16:creationId xmlns:a16="http://schemas.microsoft.com/office/drawing/2014/main" id="{ED0B5770-B43D-428B-A971-1DAEA43A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673" y="4030123"/>
            <a:ext cx="124873" cy="95"/>
          </a:xfrm>
          <a:custGeom xmlns:a="http://schemas.openxmlformats.org/drawingml/2006/main">
            <a:pathLst>
              <a:path w="124873" h="95">
                <a:moveTo>
                  <a:pt x="0" y="0"/>
                </a:moveTo>
                <a:lnTo>
                  <a:pt x="124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44" name="text-CH-391">
            <a:extLst xmlns:a="http://schemas.openxmlformats.org/drawingml/2006/main">
              <a:ext uri="{FF2B5EF4-FFF2-40B4-BE49-F238E27FC236}">
                <a16:creationId xmlns:a16="http://schemas.microsoft.com/office/drawing/2014/main" id="{E54F30F7-EF9D-450F-89B9-ECA5A0C6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46" y="397539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145" name="bond-392">
            <a:extLst xmlns:a="http://schemas.openxmlformats.org/drawingml/2006/main">
              <a:ext uri="{FF2B5EF4-FFF2-40B4-BE49-F238E27FC236}">
                <a16:creationId xmlns:a16="http://schemas.microsoft.com/office/drawing/2014/main" id="{4FFC23E8-B96A-4C95-8D36-56C262E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522" y="4030123"/>
            <a:ext cx="65151" cy="114014"/>
          </a:xfrm>
          <a:custGeom xmlns:a="http://schemas.openxmlformats.org/drawingml/2006/main">
            <a:pathLst>
              <a:path w="65151" h="114014">
                <a:moveTo>
                  <a:pt x="65151" y="0"/>
                </a:moveTo>
                <a:lnTo>
                  <a:pt x="0" y="11401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46" name="text-HO-393">
            <a:extLst xmlns:a="http://schemas.openxmlformats.org/drawingml/2006/main">
              <a:ext uri="{FF2B5EF4-FFF2-40B4-BE49-F238E27FC236}">
                <a16:creationId xmlns:a16="http://schemas.microsoft.com/office/drawing/2014/main" id="{4C74208F-9245-45F4-831E-7D00632E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20" y="414370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47" name="bond-394">
            <a:extLst xmlns:a="http://schemas.openxmlformats.org/drawingml/2006/main">
              <a:ext uri="{FF2B5EF4-FFF2-40B4-BE49-F238E27FC236}">
                <a16:creationId xmlns:a16="http://schemas.microsoft.com/office/drawing/2014/main" id="{83338697-EE50-4028-A88D-1FFC7BF7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43" y="4089844"/>
            <a:ext cx="48863" cy="81439"/>
          </a:xfrm>
          <a:custGeom xmlns:a="http://schemas.openxmlformats.org/drawingml/2006/main">
            <a:pathLst>
              <a:path w="48863" h="81439">
                <a:moveTo>
                  <a:pt x="0" y="0"/>
                </a:moveTo>
                <a:lnTo>
                  <a:pt x="48863" y="8143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48" name="text-NH₂-395">
            <a:extLst xmlns:a="http://schemas.openxmlformats.org/drawingml/2006/main">
              <a:ext uri="{FF2B5EF4-FFF2-40B4-BE49-F238E27FC236}">
                <a16:creationId xmlns:a16="http://schemas.microsoft.com/office/drawing/2014/main" id="{28B39E3D-168F-4911-8F0F-7761C90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72" y="4149132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149" name="stereobond-396">
            <a:extLst xmlns:a="http://schemas.openxmlformats.org/drawingml/2006/main">
              <a:ext uri="{FF2B5EF4-FFF2-40B4-BE49-F238E27FC236}">
                <a16:creationId xmlns:a16="http://schemas.microsoft.com/office/drawing/2014/main" id="{E67BE9F3-8E8B-4C53-8726-FADF858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43" y="3876261"/>
            <a:ext cx="72855" cy="104999"/>
          </a:xfrm>
          <a:custGeom xmlns:a="http://schemas.openxmlformats.org/drawingml/2006/main">
            <a:pathLst>
              <a:path w="72855" h="104999">
                <a:moveTo>
                  <a:pt x="0" y="104999"/>
                </a:moveTo>
                <a:lnTo>
                  <a:pt x="72855" y="25403"/>
                </a:lnTo>
                <a:lnTo>
                  <a:pt x="24872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150" name="text-CH₃-397">
            <a:extLst xmlns:a="http://schemas.openxmlformats.org/drawingml/2006/main">
              <a:ext uri="{FF2B5EF4-FFF2-40B4-BE49-F238E27FC236}">
                <a16:creationId xmlns:a16="http://schemas.microsoft.com/office/drawing/2014/main" id="{0558A9D3-A6A3-4CEC-B948-957D965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72" y="3823377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151" name="text-D-Ala (R)-398">
            <a:extLst xmlns:a="http://schemas.openxmlformats.org/drawingml/2006/main">
              <a:ext uri="{FF2B5EF4-FFF2-40B4-BE49-F238E27FC236}">
                <a16:creationId xmlns:a16="http://schemas.microsoft.com/office/drawing/2014/main" id="{77599CE6-6632-44C6-A0F8-C7E839F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324" y="4722244"/>
            <a:ext cx="1248728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D-Ala (R)</a:t>
            </a:r>
          </a:p>
        </p:txBody>
      </p:sp>
      <p:sp>
        <p:nvSpPr>
          <p:cNvPr id="152" name="text-+-399">
            <a:extLst xmlns:a="http://schemas.openxmlformats.org/drawingml/2006/main">
              <a:ext uri="{FF2B5EF4-FFF2-40B4-BE49-F238E27FC236}">
                <a16:creationId xmlns:a16="http://schemas.microsoft.com/office/drawing/2014/main" id="{571D5BBE-C74F-4079-A94A-B618F1F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032" y="3997764"/>
            <a:ext cx="141161" cy="97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8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8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3" name="bond-400">
            <a:extLst xmlns:a="http://schemas.openxmlformats.org/drawingml/2006/main">
              <a:ext uri="{FF2B5EF4-FFF2-40B4-BE49-F238E27FC236}">
                <a16:creationId xmlns:a16="http://schemas.microsoft.com/office/drawing/2014/main" id="{C7CD4A6A-FAFB-4A91-853B-5980DA57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51" y="3964972"/>
            <a:ext cx="97726" cy="162877"/>
          </a:xfrm>
          <a:custGeom xmlns:a="http://schemas.openxmlformats.org/drawingml/2006/main">
            <a:pathLst>
              <a:path w="97726" h="162877">
                <a:moveTo>
                  <a:pt x="0" y="162877"/>
                </a:moveTo>
                <a:lnTo>
                  <a:pt x="9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4" name="bond-401">
            <a:extLst xmlns:a="http://schemas.openxmlformats.org/drawingml/2006/main">
              <a:ext uri="{FF2B5EF4-FFF2-40B4-BE49-F238E27FC236}">
                <a16:creationId xmlns:a16="http://schemas.microsoft.com/office/drawing/2014/main" id="{3124F40D-3187-4D63-BE1A-02D0ACD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877" y="3964972"/>
            <a:ext cx="179165" cy="95"/>
          </a:xfrm>
          <a:custGeom xmlns:a="http://schemas.openxmlformats.org/drawingml/2006/main">
            <a:pathLst>
              <a:path w="179165" h="95">
                <a:moveTo>
                  <a:pt x="0" y="0"/>
                </a:moveTo>
                <a:lnTo>
                  <a:pt x="179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5" name="bond-402">
            <a:extLst xmlns:a="http://schemas.openxmlformats.org/drawingml/2006/main">
              <a:ext uri="{FF2B5EF4-FFF2-40B4-BE49-F238E27FC236}">
                <a16:creationId xmlns:a16="http://schemas.microsoft.com/office/drawing/2014/main" id="{BE39EC3F-330A-4747-9FC4-EDB1F64A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3964972"/>
            <a:ext cx="97726" cy="162877"/>
          </a:xfrm>
          <a:custGeom xmlns:a="http://schemas.openxmlformats.org/drawingml/2006/main">
            <a:pathLst>
              <a:path w="97726" h="162877">
                <a:moveTo>
                  <a:pt x="0" y="0"/>
                </a:moveTo>
                <a:lnTo>
                  <a:pt x="97726" y="162877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6" name="bond-403">
            <a:extLst xmlns:a="http://schemas.openxmlformats.org/drawingml/2006/main">
              <a:ext uri="{FF2B5EF4-FFF2-40B4-BE49-F238E27FC236}">
                <a16:creationId xmlns:a16="http://schemas.microsoft.com/office/drawing/2014/main" id="{161F351F-7A20-48AC-9751-F7393438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4127849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0"/>
                </a:moveTo>
                <a:lnTo>
                  <a:pt x="0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7" name="bond-404">
            <a:extLst xmlns:a="http://schemas.openxmlformats.org/drawingml/2006/main">
              <a:ext uri="{FF2B5EF4-FFF2-40B4-BE49-F238E27FC236}">
                <a16:creationId xmlns:a16="http://schemas.microsoft.com/office/drawing/2014/main" id="{0A0575B6-7F7F-4425-B7FD-9D81E8A6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877" y="4290727"/>
            <a:ext cx="179165" cy="95"/>
          </a:xfrm>
          <a:custGeom xmlns:a="http://schemas.openxmlformats.org/drawingml/2006/main">
            <a:pathLst>
              <a:path w="179165" h="95">
                <a:moveTo>
                  <a:pt x="17916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8" name="bond-405">
            <a:extLst xmlns:a="http://schemas.openxmlformats.org/drawingml/2006/main">
              <a:ext uri="{FF2B5EF4-FFF2-40B4-BE49-F238E27FC236}">
                <a16:creationId xmlns:a16="http://schemas.microsoft.com/office/drawing/2014/main" id="{52780B92-71F5-48ED-9B15-A09A8F2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51" y="4127849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1628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9" name="bond-406">
            <a:extLst xmlns:a="http://schemas.openxmlformats.org/drawingml/2006/main">
              <a:ext uri="{FF2B5EF4-FFF2-40B4-BE49-F238E27FC236}">
                <a16:creationId xmlns:a16="http://schemas.microsoft.com/office/drawing/2014/main" id="{F4055E8C-0618-4A17-BB0C-96CDA7C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613" y="3997547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130302"/>
                </a:moveTo>
                <a:lnTo>
                  <a:pt x="781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0" name="bond-407">
            <a:extLst xmlns:a="http://schemas.openxmlformats.org/drawingml/2006/main">
              <a:ext uri="{FF2B5EF4-FFF2-40B4-BE49-F238E27FC236}">
                <a16:creationId xmlns:a16="http://schemas.microsoft.com/office/drawing/2014/main" id="{55CFEEF9-09E9-4D7D-97DA-74D45CF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26" y="3997547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0"/>
                </a:moveTo>
                <a:lnTo>
                  <a:pt x="78181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1" name="bond-408">
            <a:extLst xmlns:a="http://schemas.openxmlformats.org/drawingml/2006/main">
              <a:ext uri="{FF2B5EF4-FFF2-40B4-BE49-F238E27FC236}">
                <a16:creationId xmlns:a16="http://schemas.microsoft.com/office/drawing/2014/main" id="{90705AFB-EBA9-48B4-9F37-07795F0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794" y="4258151"/>
            <a:ext cx="143332" cy="95"/>
          </a:xfrm>
          <a:custGeom xmlns:a="http://schemas.openxmlformats.org/drawingml/2006/main">
            <a:pathLst>
              <a:path w="143332" h="95">
                <a:moveTo>
                  <a:pt x="1433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2" name="bond-409">
            <a:extLst xmlns:a="http://schemas.openxmlformats.org/drawingml/2006/main">
              <a:ext uri="{FF2B5EF4-FFF2-40B4-BE49-F238E27FC236}">
                <a16:creationId xmlns:a16="http://schemas.microsoft.com/office/drawing/2014/main" id="{6418F07C-1C61-494E-AFD3-FB66CD6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439" y="3834670"/>
            <a:ext cx="81439" cy="130302"/>
          </a:xfrm>
          <a:custGeom xmlns:a="http://schemas.openxmlformats.org/drawingml/2006/main">
            <a:pathLst>
              <a:path w="81439" h="130302">
                <a:moveTo>
                  <a:pt x="81439" y="1303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3" name="text-HN-410">
            <a:extLst xmlns:a="http://schemas.openxmlformats.org/drawingml/2006/main">
              <a:ext uri="{FF2B5EF4-FFF2-40B4-BE49-F238E27FC236}">
                <a16:creationId xmlns:a16="http://schemas.microsoft.com/office/drawing/2014/main" id="{EEC953A1-C704-4CD1-A6ED-AF4269EB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566" y="374193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164" name="bond-411">
            <a:extLst xmlns:a="http://schemas.openxmlformats.org/drawingml/2006/main">
              <a:ext uri="{FF2B5EF4-FFF2-40B4-BE49-F238E27FC236}">
                <a16:creationId xmlns:a16="http://schemas.microsoft.com/office/drawing/2014/main" id="{137EB36A-23A3-4211-93AD-37E12DD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439" y="3628358"/>
            <a:ext cx="76010" cy="119444"/>
          </a:xfrm>
          <a:custGeom xmlns:a="http://schemas.openxmlformats.org/drawingml/2006/main">
            <a:pathLst>
              <a:path w="76010" h="119444">
                <a:moveTo>
                  <a:pt x="0" y="119444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5" name="bond-412">
            <a:extLst xmlns:a="http://schemas.openxmlformats.org/drawingml/2006/main">
              <a:ext uri="{FF2B5EF4-FFF2-40B4-BE49-F238E27FC236}">
                <a16:creationId xmlns:a16="http://schemas.microsoft.com/office/drawing/2014/main" id="{5CA7BAE9-FAFE-4190-AA14-CE2EE49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448" y="3628358"/>
            <a:ext cx="184594" cy="95"/>
          </a:xfrm>
          <a:custGeom xmlns:a="http://schemas.openxmlformats.org/drawingml/2006/main">
            <a:pathLst>
              <a:path w="184594" h="95">
                <a:moveTo>
                  <a:pt x="0" y="0"/>
                </a:moveTo>
                <a:lnTo>
                  <a:pt x="184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6" name="stereobond-413">
            <a:extLst xmlns:a="http://schemas.openxmlformats.org/drawingml/2006/main">
              <a:ext uri="{FF2B5EF4-FFF2-40B4-BE49-F238E27FC236}">
                <a16:creationId xmlns:a16="http://schemas.microsoft.com/office/drawing/2014/main" id="{7AF0F47E-CC98-4F89-970C-2A62CEAA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013" y="3492252"/>
            <a:ext cx="79006" cy="130677"/>
          </a:xfrm>
          <a:custGeom xmlns:a="http://schemas.openxmlformats.org/drawingml/2006/main">
            <a:pathLst>
              <a:path w="79006" h="130677">
                <a:moveTo>
                  <a:pt x="79006" y="130677"/>
                </a:moveTo>
                <a:lnTo>
                  <a:pt x="49426" y="0"/>
                </a:lnTo>
                <a:lnTo>
                  <a:pt x="0" y="22466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167" name="text-H₃C-414">
            <a:extLst xmlns:a="http://schemas.openxmlformats.org/drawingml/2006/main">
              <a:ext uri="{FF2B5EF4-FFF2-40B4-BE49-F238E27FC236}">
                <a16:creationId xmlns:a16="http://schemas.microsoft.com/office/drawing/2014/main" id="{2E25B169-4B59-47AA-B2CA-57A0565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402" y="3416183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168" name="bond-415">
            <a:extLst xmlns:a="http://schemas.openxmlformats.org/drawingml/2006/main">
              <a:ext uri="{FF2B5EF4-FFF2-40B4-BE49-F238E27FC236}">
                <a16:creationId xmlns:a16="http://schemas.microsoft.com/office/drawing/2014/main" id="{84216765-88CF-456C-B63F-626B5F56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694" y="3633882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9" name="bond-416">
            <a:extLst xmlns:a="http://schemas.openxmlformats.org/drawingml/2006/main">
              <a:ext uri="{FF2B5EF4-FFF2-40B4-BE49-F238E27FC236}">
                <a16:creationId xmlns:a16="http://schemas.microsoft.com/office/drawing/2014/main" id="{11A0FB4F-E4BA-4E34-8A94-2C41F623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91" y="3622834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0" name="text-O-417">
            <a:extLst xmlns:a="http://schemas.openxmlformats.org/drawingml/2006/main">
              <a:ext uri="{FF2B5EF4-FFF2-40B4-BE49-F238E27FC236}">
                <a16:creationId xmlns:a16="http://schemas.microsoft.com/office/drawing/2014/main" id="{57502082-F95B-4761-B26F-2A193F94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89" y="374736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1" name="bond-418">
            <a:extLst xmlns:a="http://schemas.openxmlformats.org/drawingml/2006/main">
              <a:ext uri="{FF2B5EF4-FFF2-40B4-BE49-F238E27FC236}">
                <a16:creationId xmlns:a16="http://schemas.microsoft.com/office/drawing/2014/main" id="{5FFB27B6-142E-4EE1-9E7C-0FDE5947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3503485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124873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2" name="text-NH₂-419">
            <a:extLst xmlns:a="http://schemas.openxmlformats.org/drawingml/2006/main">
              <a:ext uri="{FF2B5EF4-FFF2-40B4-BE49-F238E27FC236}">
                <a16:creationId xmlns:a16="http://schemas.microsoft.com/office/drawing/2014/main" id="{5B65D570-CC18-4D87-983A-7DDD1F61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747" y="3416183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173" name="bond-420">
            <a:extLst xmlns:a="http://schemas.openxmlformats.org/drawingml/2006/main">
              <a:ext uri="{FF2B5EF4-FFF2-40B4-BE49-F238E27FC236}">
                <a16:creationId xmlns:a16="http://schemas.microsoft.com/office/drawing/2014/main" id="{E02A26A0-C3E2-4D04-B93E-021EB03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278" y="4127849"/>
            <a:ext cx="124873" cy="95"/>
          </a:xfrm>
          <a:custGeom xmlns:a="http://schemas.openxmlformats.org/drawingml/2006/main">
            <a:pathLst>
              <a:path w="124873" h="95">
                <a:moveTo>
                  <a:pt x="1248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4" name="text-N⁺-421">
            <a:extLst xmlns:a="http://schemas.openxmlformats.org/drawingml/2006/main">
              <a:ext uri="{FF2B5EF4-FFF2-40B4-BE49-F238E27FC236}">
                <a16:creationId xmlns:a16="http://schemas.microsoft.com/office/drawing/2014/main" id="{14969BDF-8F96-477E-BE99-A77D85C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05" y="407312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175" name="bond-422">
            <a:extLst xmlns:a="http://schemas.openxmlformats.org/drawingml/2006/main">
              <a:ext uri="{FF2B5EF4-FFF2-40B4-BE49-F238E27FC236}">
                <a16:creationId xmlns:a16="http://schemas.microsoft.com/office/drawing/2014/main" id="{0704C5E6-479E-4B04-88D8-B96576D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227" y="3959531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6" name="bond-423">
            <a:extLst xmlns:a="http://schemas.openxmlformats.org/drawingml/2006/main">
              <a:ext uri="{FF2B5EF4-FFF2-40B4-BE49-F238E27FC236}">
                <a16:creationId xmlns:a16="http://schemas.microsoft.com/office/drawing/2014/main" id="{DD4AC3E1-845F-4F5D-B2D0-9019CEA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433" y="3970412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7" name="text-O-424">
            <a:extLst xmlns:a="http://schemas.openxmlformats.org/drawingml/2006/main">
              <a:ext uri="{FF2B5EF4-FFF2-40B4-BE49-F238E27FC236}">
                <a16:creationId xmlns:a16="http://schemas.microsoft.com/office/drawing/2014/main" id="{C93BCD69-BD1F-435D-B213-3B94C55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391" y="386681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8" name="bond-425">
            <a:extLst xmlns:a="http://schemas.openxmlformats.org/drawingml/2006/main">
              <a:ext uri="{FF2B5EF4-FFF2-40B4-BE49-F238E27FC236}">
                <a16:creationId xmlns:a16="http://schemas.microsoft.com/office/drawing/2014/main" id="{ED5E8592-07D0-40A8-8424-856AC1AF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4176712"/>
            <a:ext cx="54292" cy="86868"/>
          </a:xfrm>
          <a:custGeom xmlns:a="http://schemas.openxmlformats.org/drawingml/2006/main">
            <a:pathLst>
              <a:path w="54292" h="86868">
                <a:moveTo>
                  <a:pt x="54292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79" name="text-O⁻-426">
            <a:extLst xmlns:a="http://schemas.openxmlformats.org/drawingml/2006/main">
              <a:ext uri="{FF2B5EF4-FFF2-40B4-BE49-F238E27FC236}">
                <a16:creationId xmlns:a16="http://schemas.microsoft.com/office/drawing/2014/main" id="{B51DD133-7710-4244-B6E4-5285AA3A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679" y="424685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180" name="bond-427">
            <a:extLst xmlns:a="http://schemas.openxmlformats.org/drawingml/2006/main">
              <a:ext uri="{FF2B5EF4-FFF2-40B4-BE49-F238E27FC236}">
                <a16:creationId xmlns:a16="http://schemas.microsoft.com/office/drawing/2014/main" id="{32B5F0BD-BE99-4748-B7C2-56F25629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4290727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0"/>
                </a:moveTo>
                <a:lnTo>
                  <a:pt x="70580" y="12487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1" name="text-N⁺-428">
            <a:extLst xmlns:a="http://schemas.openxmlformats.org/drawingml/2006/main">
              <a:ext uri="{FF2B5EF4-FFF2-40B4-BE49-F238E27FC236}">
                <a16:creationId xmlns:a16="http://schemas.microsoft.com/office/drawing/2014/main" id="{6FC9C0A3-A3E7-4FE6-9D12-DE2715B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477" y="44097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182" name="bond-429">
            <a:extLst xmlns:a="http://schemas.openxmlformats.org/drawingml/2006/main">
              <a:ext uri="{FF2B5EF4-FFF2-40B4-BE49-F238E27FC236}">
                <a16:creationId xmlns:a16="http://schemas.microsoft.com/office/drawing/2014/main" id="{C309F955-4657-4B7C-B197-9E63973F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920" y="4464463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3" name="bond-430">
            <a:extLst xmlns:a="http://schemas.openxmlformats.org/drawingml/2006/main">
              <a:ext uri="{FF2B5EF4-FFF2-40B4-BE49-F238E27FC236}">
                <a16:creationId xmlns:a16="http://schemas.microsoft.com/office/drawing/2014/main" id="{ADB60CB6-5E30-401B-ABBC-6E38A10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920" y="4442746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4" name="text-O-431">
            <a:extLst xmlns:a="http://schemas.openxmlformats.org/drawingml/2006/main">
              <a:ext uri="{FF2B5EF4-FFF2-40B4-BE49-F238E27FC236}">
                <a16:creationId xmlns:a16="http://schemas.microsoft.com/office/drawing/2014/main" id="{0100A327-FAE4-432A-B14C-CDE2EB9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784" y="44097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85" name="bond-432">
            <a:extLst xmlns:a="http://schemas.openxmlformats.org/drawingml/2006/main">
              <a:ext uri="{FF2B5EF4-FFF2-40B4-BE49-F238E27FC236}">
                <a16:creationId xmlns:a16="http://schemas.microsoft.com/office/drawing/2014/main" id="{F4F27090-9979-4C5F-9F6E-3905F78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760" y="4507897"/>
            <a:ext cx="48863" cy="76010"/>
          </a:xfrm>
          <a:custGeom xmlns:a="http://schemas.openxmlformats.org/drawingml/2006/main">
            <a:pathLst>
              <a:path w="48863" h="76010">
                <a:moveTo>
                  <a:pt x="48863" y="0"/>
                </a:moveTo>
                <a:lnTo>
                  <a:pt x="0" y="7601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6" name="text-O⁻-433">
            <a:extLst xmlns:a="http://schemas.openxmlformats.org/drawingml/2006/main">
              <a:ext uri="{FF2B5EF4-FFF2-40B4-BE49-F238E27FC236}">
                <a16:creationId xmlns:a16="http://schemas.microsoft.com/office/drawing/2014/main" id="{98B73208-4292-4923-8412-8E25491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750" y="457804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187" name="bond-434">
            <a:extLst xmlns:a="http://schemas.openxmlformats.org/drawingml/2006/main">
              <a:ext uri="{FF2B5EF4-FFF2-40B4-BE49-F238E27FC236}">
                <a16:creationId xmlns:a16="http://schemas.microsoft.com/office/drawing/2014/main" id="{A6A203CD-C934-4838-9C57-E4D3AF30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69" y="4127849"/>
            <a:ext cx="152019" cy="95"/>
          </a:xfrm>
          <a:custGeom xmlns:a="http://schemas.openxmlformats.org/drawingml/2006/main">
            <a:pathLst>
              <a:path w="152019" h="95">
                <a:moveTo>
                  <a:pt x="0" y="0"/>
                </a:moveTo>
                <a:lnTo>
                  <a:pt x="152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8" name="text-F-435">
            <a:extLst xmlns:a="http://schemas.openxmlformats.org/drawingml/2006/main">
              <a:ext uri="{FF2B5EF4-FFF2-40B4-BE49-F238E27FC236}">
                <a16:creationId xmlns:a16="http://schemas.microsoft.com/office/drawing/2014/main" id="{1F9BA8B9-2AE2-4FFC-A491-652500D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784" y="407855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9" name="text-L-FDAA (S)-436">
            <a:extLst xmlns:a="http://schemas.openxmlformats.org/drawingml/2006/main">
              <a:ext uri="{FF2B5EF4-FFF2-40B4-BE49-F238E27FC236}">
                <a16:creationId xmlns:a16="http://schemas.microsoft.com/office/drawing/2014/main" id="{3BFFA15B-7614-4C15-BC51-8A75C4C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02" y="4722244"/>
            <a:ext cx="173736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L-FDAA (S)</a:t>
            </a:r>
          </a:p>
        </p:txBody>
      </p:sp>
      <p:sp>
        <p:nvSpPr>
          <p:cNvPr id="190" name="bond-437">
            <a:extLst xmlns:a="http://schemas.openxmlformats.org/drawingml/2006/main">
              <a:ext uri="{FF2B5EF4-FFF2-40B4-BE49-F238E27FC236}">
                <a16:creationId xmlns:a16="http://schemas.microsoft.com/office/drawing/2014/main" id="{43E58925-8FDE-4492-8B40-B923882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89" y="4040981"/>
            <a:ext cx="694944" cy="95"/>
          </a:xfrm>
          <a:custGeom xmlns:a="http://schemas.openxmlformats.org/drawingml/2006/main">
            <a:pathLst>
              <a:path w="694944" h="95">
                <a:moveTo>
                  <a:pt x="0" y="0"/>
                </a:moveTo>
                <a:lnTo>
                  <a:pt x="6949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191" name="bond-438">
            <a:extLst xmlns:a="http://schemas.openxmlformats.org/drawingml/2006/main">
              <a:ext uri="{FF2B5EF4-FFF2-40B4-BE49-F238E27FC236}">
                <a16:creationId xmlns:a16="http://schemas.microsoft.com/office/drawing/2014/main" id="{5986777A-B547-458E-AFF6-23D03D3E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11" y="4002976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0"/>
                </a:moveTo>
                <a:lnTo>
                  <a:pt x="59722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192" name="bond-439">
            <a:extLst xmlns:a="http://schemas.openxmlformats.org/drawingml/2006/main">
              <a:ext uri="{FF2B5EF4-FFF2-40B4-BE49-F238E27FC236}">
                <a16:creationId xmlns:a16="http://schemas.microsoft.com/office/drawing/2014/main" id="{59FEE2F4-2161-4184-BEAB-89494D21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11" y="4040981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38005"/>
                </a:moveTo>
                <a:lnTo>
                  <a:pt x="5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193" name="text-SNAr-440">
            <a:extLst xmlns:a="http://schemas.openxmlformats.org/drawingml/2006/main">
              <a:ext uri="{FF2B5EF4-FFF2-40B4-BE49-F238E27FC236}">
                <a16:creationId xmlns:a16="http://schemas.microsoft.com/office/drawing/2014/main" id="{62B5BCE4-EBD4-49ED-A241-FB1DCE1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938" y="3906119"/>
            <a:ext cx="188504" cy="85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99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SNAr</a:t>
            </a:r>
          </a:p>
        </p:txBody>
      </p:sp>
      <p:sp>
        <p:nvSpPr>
          <p:cNvPr id="194" name="bond-441">
            <a:extLst xmlns:a="http://schemas.openxmlformats.org/drawingml/2006/main">
              <a:ext uri="{FF2B5EF4-FFF2-40B4-BE49-F238E27FC236}">
                <a16:creationId xmlns:a16="http://schemas.microsoft.com/office/drawing/2014/main" id="{75207839-C926-40CC-A485-F25E961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4972"/>
            <a:ext cx="97726" cy="162877"/>
          </a:xfrm>
          <a:custGeom xmlns:a="http://schemas.openxmlformats.org/drawingml/2006/main">
            <a:pathLst>
              <a:path w="97726" h="162877">
                <a:moveTo>
                  <a:pt x="0" y="162877"/>
                </a:moveTo>
                <a:lnTo>
                  <a:pt x="9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5" name="bond-442">
            <a:extLst xmlns:a="http://schemas.openxmlformats.org/drawingml/2006/main">
              <a:ext uri="{FF2B5EF4-FFF2-40B4-BE49-F238E27FC236}">
                <a16:creationId xmlns:a16="http://schemas.microsoft.com/office/drawing/2014/main" id="{CAE0E544-4F67-4AC1-9CAC-49B6FCD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352" y="3964972"/>
            <a:ext cx="179165" cy="95"/>
          </a:xfrm>
          <a:custGeom xmlns:a="http://schemas.openxmlformats.org/drawingml/2006/main">
            <a:pathLst>
              <a:path w="179165" h="95">
                <a:moveTo>
                  <a:pt x="0" y="0"/>
                </a:moveTo>
                <a:lnTo>
                  <a:pt x="179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6" name="bond-443">
            <a:extLst xmlns:a="http://schemas.openxmlformats.org/drawingml/2006/main">
              <a:ext uri="{FF2B5EF4-FFF2-40B4-BE49-F238E27FC236}">
                <a16:creationId xmlns:a16="http://schemas.microsoft.com/office/drawing/2014/main" id="{AAF174D2-70B5-4C7A-958D-4ABD11DE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3964972"/>
            <a:ext cx="97726" cy="162877"/>
          </a:xfrm>
          <a:custGeom xmlns:a="http://schemas.openxmlformats.org/drawingml/2006/main">
            <a:pathLst>
              <a:path w="97726" h="162877">
                <a:moveTo>
                  <a:pt x="0" y="0"/>
                </a:moveTo>
                <a:lnTo>
                  <a:pt x="97726" y="162877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7" name="bond-444">
            <a:extLst xmlns:a="http://schemas.openxmlformats.org/drawingml/2006/main">
              <a:ext uri="{FF2B5EF4-FFF2-40B4-BE49-F238E27FC236}">
                <a16:creationId xmlns:a16="http://schemas.microsoft.com/office/drawing/2014/main" id="{D2302DA5-97E2-44FA-8E5C-9238D71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4127849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0"/>
                </a:moveTo>
                <a:lnTo>
                  <a:pt x="0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8" name="bond-445">
            <a:extLst xmlns:a="http://schemas.openxmlformats.org/drawingml/2006/main">
              <a:ext uri="{FF2B5EF4-FFF2-40B4-BE49-F238E27FC236}">
                <a16:creationId xmlns:a16="http://schemas.microsoft.com/office/drawing/2014/main" id="{33C4B696-D5F7-4677-A57F-CB2636F6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352" y="4290727"/>
            <a:ext cx="179165" cy="95"/>
          </a:xfrm>
          <a:custGeom xmlns:a="http://schemas.openxmlformats.org/drawingml/2006/main">
            <a:pathLst>
              <a:path w="179165" h="95">
                <a:moveTo>
                  <a:pt x="17916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9" name="bond-446">
            <a:extLst xmlns:a="http://schemas.openxmlformats.org/drawingml/2006/main">
              <a:ext uri="{FF2B5EF4-FFF2-40B4-BE49-F238E27FC236}">
                <a16:creationId xmlns:a16="http://schemas.microsoft.com/office/drawing/2014/main" id="{424CA845-2E8B-41FD-B063-6A856C9C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27849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1628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0" name="bond-447">
            <a:extLst xmlns:a="http://schemas.openxmlformats.org/drawingml/2006/main">
              <a:ext uri="{FF2B5EF4-FFF2-40B4-BE49-F238E27FC236}">
                <a16:creationId xmlns:a16="http://schemas.microsoft.com/office/drawing/2014/main" id="{7C3824F5-CF41-4AF2-9F17-8CA6A7C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087" y="3997547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130302"/>
                </a:moveTo>
                <a:lnTo>
                  <a:pt x="781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1" name="bond-448">
            <a:extLst xmlns:a="http://schemas.openxmlformats.org/drawingml/2006/main">
              <a:ext uri="{FF2B5EF4-FFF2-40B4-BE49-F238E27FC236}">
                <a16:creationId xmlns:a16="http://schemas.microsoft.com/office/drawing/2014/main" id="{6B607763-6D36-46FC-BF5D-66486AD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600" y="3997547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0"/>
                </a:moveTo>
                <a:lnTo>
                  <a:pt x="78181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2" name="bond-449">
            <a:extLst xmlns:a="http://schemas.openxmlformats.org/drawingml/2006/main">
              <a:ext uri="{FF2B5EF4-FFF2-40B4-BE49-F238E27FC236}">
                <a16:creationId xmlns:a16="http://schemas.microsoft.com/office/drawing/2014/main" id="{782324FC-BFAF-42F4-BA62-9214995A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68" y="4258151"/>
            <a:ext cx="143332" cy="95"/>
          </a:xfrm>
          <a:custGeom xmlns:a="http://schemas.openxmlformats.org/drawingml/2006/main">
            <a:pathLst>
              <a:path w="143332" h="95">
                <a:moveTo>
                  <a:pt x="1433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3" name="bond-450">
            <a:extLst xmlns:a="http://schemas.openxmlformats.org/drawingml/2006/main">
              <a:ext uri="{FF2B5EF4-FFF2-40B4-BE49-F238E27FC236}">
                <a16:creationId xmlns:a16="http://schemas.microsoft.com/office/drawing/2014/main" id="{CCB4D9ED-9B6C-4DD9-B76F-95D4B1B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913" y="3834670"/>
            <a:ext cx="81439" cy="130302"/>
          </a:xfrm>
          <a:custGeom xmlns:a="http://schemas.openxmlformats.org/drawingml/2006/main">
            <a:pathLst>
              <a:path w="81439" h="130302">
                <a:moveTo>
                  <a:pt x="81439" y="1303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4" name="text-HN-451">
            <a:extLst xmlns:a="http://schemas.openxmlformats.org/drawingml/2006/main">
              <a:ext uri="{FF2B5EF4-FFF2-40B4-BE49-F238E27FC236}">
                <a16:creationId xmlns:a16="http://schemas.microsoft.com/office/drawing/2014/main" id="{9B0CFEFA-6DD9-4616-9FDB-6E03623C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74193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205" name="bond-452">
            <a:extLst xmlns:a="http://schemas.openxmlformats.org/drawingml/2006/main">
              <a:ext uri="{FF2B5EF4-FFF2-40B4-BE49-F238E27FC236}">
                <a16:creationId xmlns:a16="http://schemas.microsoft.com/office/drawing/2014/main" id="{C132E95D-23A5-44A4-9221-38499EAF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913" y="3628358"/>
            <a:ext cx="76010" cy="119444"/>
          </a:xfrm>
          <a:custGeom xmlns:a="http://schemas.openxmlformats.org/drawingml/2006/main">
            <a:pathLst>
              <a:path w="76010" h="119444">
                <a:moveTo>
                  <a:pt x="0" y="119444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6" name="bond-453">
            <a:extLst xmlns:a="http://schemas.openxmlformats.org/drawingml/2006/main">
              <a:ext uri="{FF2B5EF4-FFF2-40B4-BE49-F238E27FC236}">
                <a16:creationId xmlns:a16="http://schemas.microsoft.com/office/drawing/2014/main" id="{04148784-1878-4894-BB61-910AD65E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922" y="3628358"/>
            <a:ext cx="184594" cy="95"/>
          </a:xfrm>
          <a:custGeom xmlns:a="http://schemas.openxmlformats.org/drawingml/2006/main">
            <a:pathLst>
              <a:path w="184594" h="95">
                <a:moveTo>
                  <a:pt x="0" y="0"/>
                </a:moveTo>
                <a:lnTo>
                  <a:pt x="184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7" name="stereobond-454">
            <a:extLst xmlns:a="http://schemas.openxmlformats.org/drawingml/2006/main">
              <a:ext uri="{FF2B5EF4-FFF2-40B4-BE49-F238E27FC236}">
                <a16:creationId xmlns:a16="http://schemas.microsoft.com/office/drawing/2014/main" id="{AEE8E572-6568-490C-9852-F24A6F8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87" y="3492252"/>
            <a:ext cx="79006" cy="130677"/>
          </a:xfrm>
          <a:custGeom xmlns:a="http://schemas.openxmlformats.org/drawingml/2006/main">
            <a:pathLst>
              <a:path w="79006" h="130677">
                <a:moveTo>
                  <a:pt x="79006" y="130677"/>
                </a:moveTo>
                <a:lnTo>
                  <a:pt x="49426" y="0"/>
                </a:lnTo>
                <a:lnTo>
                  <a:pt x="0" y="22466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208" name="text-H₃C-455">
            <a:extLst xmlns:a="http://schemas.openxmlformats.org/drawingml/2006/main">
              <a:ext uri="{FF2B5EF4-FFF2-40B4-BE49-F238E27FC236}">
                <a16:creationId xmlns:a16="http://schemas.microsoft.com/office/drawing/2014/main" id="{2218DD14-D3F4-4E0B-A491-CFD56797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876" y="3416183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209" name="bond-456">
            <a:extLst xmlns:a="http://schemas.openxmlformats.org/drawingml/2006/main">
              <a:ext uri="{FF2B5EF4-FFF2-40B4-BE49-F238E27FC236}">
                <a16:creationId xmlns:a16="http://schemas.microsoft.com/office/drawing/2014/main" id="{F924E7EA-AF62-4419-BEE7-3C58C923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168" y="3633882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0" name="bond-457">
            <a:extLst xmlns:a="http://schemas.openxmlformats.org/drawingml/2006/main">
              <a:ext uri="{FF2B5EF4-FFF2-40B4-BE49-F238E27FC236}">
                <a16:creationId xmlns:a16="http://schemas.microsoft.com/office/drawing/2014/main" id="{1394E203-2C2C-40FF-9D49-EBCB8357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865" y="3622834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1" name="text-O-458">
            <a:extLst xmlns:a="http://schemas.openxmlformats.org/drawingml/2006/main">
              <a:ext uri="{FF2B5EF4-FFF2-40B4-BE49-F238E27FC236}">
                <a16:creationId xmlns:a16="http://schemas.microsoft.com/office/drawing/2014/main" id="{3A59A033-4F6A-461D-A959-2B5496FF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663" y="374736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2" name="bond-459">
            <a:extLst xmlns:a="http://schemas.openxmlformats.org/drawingml/2006/main">
              <a:ext uri="{FF2B5EF4-FFF2-40B4-BE49-F238E27FC236}">
                <a16:creationId xmlns:a16="http://schemas.microsoft.com/office/drawing/2014/main" id="{1DF58F5E-8B30-46C1-AC0D-F674207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3503485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124873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3" name="text-NH₂-460">
            <a:extLst xmlns:a="http://schemas.openxmlformats.org/drawingml/2006/main">
              <a:ext uri="{FF2B5EF4-FFF2-40B4-BE49-F238E27FC236}">
                <a16:creationId xmlns:a16="http://schemas.microsoft.com/office/drawing/2014/main" id="{13E81C74-6CB8-4B38-877F-E16D55C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221" y="3416183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214" name="bond-461">
            <a:extLst xmlns:a="http://schemas.openxmlformats.org/drawingml/2006/main">
              <a:ext uri="{FF2B5EF4-FFF2-40B4-BE49-F238E27FC236}">
                <a16:creationId xmlns:a16="http://schemas.microsoft.com/office/drawing/2014/main" id="{86D916D2-FA52-4F56-9B24-1E3818C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752" y="4127849"/>
            <a:ext cx="124873" cy="95"/>
          </a:xfrm>
          <a:custGeom xmlns:a="http://schemas.openxmlformats.org/drawingml/2006/main">
            <a:pathLst>
              <a:path w="124873" h="95">
                <a:moveTo>
                  <a:pt x="1248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5" name="text-N⁺-462">
            <a:extLst xmlns:a="http://schemas.openxmlformats.org/drawingml/2006/main">
              <a:ext uri="{FF2B5EF4-FFF2-40B4-BE49-F238E27FC236}">
                <a16:creationId xmlns:a16="http://schemas.microsoft.com/office/drawing/2014/main" id="{9248E1D5-0DDF-412E-8381-4A6DB7C3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880" y="407312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216" name="bond-463">
            <a:extLst xmlns:a="http://schemas.openxmlformats.org/drawingml/2006/main">
              <a:ext uri="{FF2B5EF4-FFF2-40B4-BE49-F238E27FC236}">
                <a16:creationId xmlns:a16="http://schemas.microsoft.com/office/drawing/2014/main" id="{F1E3117B-853E-4FD6-B7E7-AFF98F0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701" y="3959531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7" name="bond-464">
            <a:extLst xmlns:a="http://schemas.openxmlformats.org/drawingml/2006/main">
              <a:ext uri="{FF2B5EF4-FFF2-40B4-BE49-F238E27FC236}">
                <a16:creationId xmlns:a16="http://schemas.microsoft.com/office/drawing/2014/main" id="{076E31E3-5D17-4B77-A48C-0799EE4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907" y="3970412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8" name="text-O-465">
            <a:extLst xmlns:a="http://schemas.openxmlformats.org/drawingml/2006/main">
              <a:ext uri="{FF2B5EF4-FFF2-40B4-BE49-F238E27FC236}">
                <a16:creationId xmlns:a16="http://schemas.microsoft.com/office/drawing/2014/main" id="{2BDC099F-4B64-4A60-8F29-0DB3F9C5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865" y="386681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9" name="bond-466">
            <a:extLst xmlns:a="http://schemas.openxmlformats.org/drawingml/2006/main">
              <a:ext uri="{FF2B5EF4-FFF2-40B4-BE49-F238E27FC236}">
                <a16:creationId xmlns:a16="http://schemas.microsoft.com/office/drawing/2014/main" id="{10CCA0D3-7A94-4742-A203-6EA9FAC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304" y="4176712"/>
            <a:ext cx="54293" cy="86868"/>
          </a:xfrm>
          <a:custGeom xmlns:a="http://schemas.openxmlformats.org/drawingml/2006/main">
            <a:pathLst>
              <a:path w="54293" h="86868">
                <a:moveTo>
                  <a:pt x="54293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0" name="text-O⁻-467">
            <a:extLst xmlns:a="http://schemas.openxmlformats.org/drawingml/2006/main">
              <a:ext uri="{FF2B5EF4-FFF2-40B4-BE49-F238E27FC236}">
                <a16:creationId xmlns:a16="http://schemas.microsoft.com/office/drawing/2014/main" id="{6AAAD98E-C484-4E07-A70B-DF10C61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153" y="4246858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221" name="bond-468">
            <a:extLst xmlns:a="http://schemas.openxmlformats.org/drawingml/2006/main">
              <a:ext uri="{FF2B5EF4-FFF2-40B4-BE49-F238E27FC236}">
                <a16:creationId xmlns:a16="http://schemas.microsoft.com/office/drawing/2014/main" id="{AF59DFD2-99C8-4919-B8F1-3CC333DD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4290727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0"/>
                </a:moveTo>
                <a:lnTo>
                  <a:pt x="70580" y="12487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2" name="text-N⁺-469">
            <a:extLst xmlns:a="http://schemas.openxmlformats.org/drawingml/2006/main">
              <a:ext uri="{FF2B5EF4-FFF2-40B4-BE49-F238E27FC236}">
                <a16:creationId xmlns:a16="http://schemas.microsoft.com/office/drawing/2014/main" id="{811B5046-2F0B-4FBD-9EA2-E293E9A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951" y="44097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223" name="bond-470">
            <a:extLst xmlns:a="http://schemas.openxmlformats.org/drawingml/2006/main">
              <a:ext uri="{FF2B5EF4-FFF2-40B4-BE49-F238E27FC236}">
                <a16:creationId xmlns:a16="http://schemas.microsoft.com/office/drawing/2014/main" id="{D2380498-5D3C-4053-B588-90B3ADA0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94" y="4464463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4" name="bond-471">
            <a:extLst xmlns:a="http://schemas.openxmlformats.org/drawingml/2006/main">
              <a:ext uri="{FF2B5EF4-FFF2-40B4-BE49-F238E27FC236}">
                <a16:creationId xmlns:a16="http://schemas.microsoft.com/office/drawing/2014/main" id="{7A2D244E-FD31-47C2-A2F6-FECB2FD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94" y="4442746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5" name="text-O-472">
            <a:extLst xmlns:a="http://schemas.openxmlformats.org/drawingml/2006/main">
              <a:ext uri="{FF2B5EF4-FFF2-40B4-BE49-F238E27FC236}">
                <a16:creationId xmlns:a16="http://schemas.microsoft.com/office/drawing/2014/main" id="{D404857F-D33C-4616-B796-F12A34C4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258" y="440973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26" name="bond-473">
            <a:extLst xmlns:a="http://schemas.openxmlformats.org/drawingml/2006/main">
              <a:ext uri="{FF2B5EF4-FFF2-40B4-BE49-F238E27FC236}">
                <a16:creationId xmlns:a16="http://schemas.microsoft.com/office/drawing/2014/main" id="{9398F6B5-C093-46FA-A93D-A919979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234" y="4507897"/>
            <a:ext cx="48863" cy="76010"/>
          </a:xfrm>
          <a:custGeom xmlns:a="http://schemas.openxmlformats.org/drawingml/2006/main">
            <a:pathLst>
              <a:path w="48863" h="76010">
                <a:moveTo>
                  <a:pt x="48863" y="0"/>
                </a:moveTo>
                <a:lnTo>
                  <a:pt x="0" y="7601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7" name="text-O⁻-474">
            <a:extLst xmlns:a="http://schemas.openxmlformats.org/drawingml/2006/main">
              <a:ext uri="{FF2B5EF4-FFF2-40B4-BE49-F238E27FC236}">
                <a16:creationId xmlns:a16="http://schemas.microsoft.com/office/drawing/2014/main" id="{26187B18-5C4B-4C56-84FA-F143DDAD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224" y="457804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228" name="bond-475">
            <a:extLst xmlns:a="http://schemas.openxmlformats.org/drawingml/2006/main">
              <a:ext uri="{FF2B5EF4-FFF2-40B4-BE49-F238E27FC236}">
                <a16:creationId xmlns:a16="http://schemas.microsoft.com/office/drawing/2014/main" id="{4DAED083-7390-46D8-8256-3444441B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43" y="4127849"/>
            <a:ext cx="162878" cy="95"/>
          </a:xfrm>
          <a:custGeom xmlns:a="http://schemas.openxmlformats.org/drawingml/2006/main">
            <a:pathLst>
              <a:path w="162878" h="95">
                <a:moveTo>
                  <a:pt x="0" y="0"/>
                </a:moveTo>
                <a:lnTo>
                  <a:pt x="162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9" name="text-NH-476">
            <a:extLst xmlns:a="http://schemas.openxmlformats.org/drawingml/2006/main">
              <a:ext uri="{FF2B5EF4-FFF2-40B4-BE49-F238E27FC236}">
                <a16:creationId xmlns:a16="http://schemas.microsoft.com/office/drawing/2014/main" id="{393579AE-CA94-4420-B895-F83EC8C8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833" y="407855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</a:t>
            </a:r>
          </a:p>
        </p:txBody>
      </p:sp>
      <p:sp>
        <p:nvSpPr>
          <p:cNvPr id="230" name="bond-477">
            <a:extLst xmlns:a="http://schemas.openxmlformats.org/drawingml/2006/main">
              <a:ext uri="{FF2B5EF4-FFF2-40B4-BE49-F238E27FC236}">
                <a16:creationId xmlns:a16="http://schemas.microsoft.com/office/drawing/2014/main" id="{7D6800E8-6859-46EE-B28C-04F0F2A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413" y="3997547"/>
            <a:ext cx="48863" cy="81439"/>
          </a:xfrm>
          <a:custGeom xmlns:a="http://schemas.openxmlformats.org/drawingml/2006/main">
            <a:pathLst>
              <a:path w="48863" h="81439">
                <a:moveTo>
                  <a:pt x="0" y="81439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1" name="text-CH-478">
            <a:extLst xmlns:a="http://schemas.openxmlformats.org/drawingml/2006/main">
              <a:ext uri="{FF2B5EF4-FFF2-40B4-BE49-F238E27FC236}">
                <a16:creationId xmlns:a16="http://schemas.microsoft.com/office/drawing/2014/main" id="{A4D38EF9-EA03-454C-97F5-2343739A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847" y="391567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32" name="bond-479">
            <a:extLst xmlns:a="http://schemas.openxmlformats.org/drawingml/2006/main">
              <a:ext uri="{FF2B5EF4-FFF2-40B4-BE49-F238E27FC236}">
                <a16:creationId xmlns:a16="http://schemas.microsoft.com/office/drawing/2014/main" id="{B78D709C-6A8A-4ED3-BBC7-49738298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579" y="3970401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3" name="bond-480">
            <a:extLst xmlns:a="http://schemas.openxmlformats.org/drawingml/2006/main">
              <a:ext uri="{FF2B5EF4-FFF2-40B4-BE49-F238E27FC236}">
                <a16:creationId xmlns:a16="http://schemas.microsoft.com/office/drawing/2014/main" id="{D8ED4498-BBD9-4A6D-8A07-BD088D9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017" y="3850957"/>
            <a:ext cx="76010" cy="119444"/>
          </a:xfrm>
          <a:custGeom xmlns:a="http://schemas.openxmlformats.org/drawingml/2006/main">
            <a:pathLst>
              <a:path w="76010" h="119444">
                <a:moveTo>
                  <a:pt x="0" y="119444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4" name="text-OH-481">
            <a:extLst xmlns:a="http://schemas.openxmlformats.org/drawingml/2006/main">
              <a:ext uri="{FF2B5EF4-FFF2-40B4-BE49-F238E27FC236}">
                <a16:creationId xmlns:a16="http://schemas.microsoft.com/office/drawing/2014/main" id="{8B36E97A-3ADE-4519-A55E-EB81D2C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310" y="3758226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235" name="bond-482">
            <a:extLst xmlns:a="http://schemas.openxmlformats.org/drawingml/2006/main">
              <a:ext uri="{FF2B5EF4-FFF2-40B4-BE49-F238E27FC236}">
                <a16:creationId xmlns:a16="http://schemas.microsoft.com/office/drawing/2014/main" id="{F6F7E3F4-2F96-4DF0-B5FE-4D63743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638" y="3975872"/>
            <a:ext cx="76010" cy="130302"/>
          </a:xfrm>
          <a:custGeom xmlns:a="http://schemas.openxmlformats.org/drawingml/2006/main">
            <a:pathLst>
              <a:path w="76010" h="130302">
                <a:moveTo>
                  <a:pt x="0" y="0"/>
                </a:moveTo>
                <a:lnTo>
                  <a:pt x="76010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6" name="bond-483">
            <a:extLst xmlns:a="http://schemas.openxmlformats.org/drawingml/2006/main">
              <a:ext uri="{FF2B5EF4-FFF2-40B4-BE49-F238E27FC236}">
                <a16:creationId xmlns:a16="http://schemas.microsoft.com/office/drawing/2014/main" id="{C3FB2B00-A29D-45FD-9122-D3932D9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97" y="3964930"/>
            <a:ext cx="76009" cy="130302"/>
          </a:xfrm>
          <a:custGeom xmlns:a="http://schemas.openxmlformats.org/drawingml/2006/main">
            <a:pathLst>
              <a:path w="76009" h="130302">
                <a:moveTo>
                  <a:pt x="0" y="0"/>
                </a:moveTo>
                <a:lnTo>
                  <a:pt x="76009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7" name="text-O-484">
            <a:extLst xmlns:a="http://schemas.openxmlformats.org/drawingml/2006/main">
              <a:ext uri="{FF2B5EF4-FFF2-40B4-BE49-F238E27FC236}">
                <a16:creationId xmlns:a16="http://schemas.microsoft.com/office/drawing/2014/main" id="{D0F6C51E-3FC6-4302-92B4-CD91E01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64" y="408941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8" name="bond-485">
            <a:extLst xmlns:a="http://schemas.openxmlformats.org/drawingml/2006/main">
              <a:ext uri="{FF2B5EF4-FFF2-40B4-BE49-F238E27FC236}">
                <a16:creationId xmlns:a16="http://schemas.microsoft.com/office/drawing/2014/main" id="{2DA6319F-737F-4544-ABD9-D5B96B30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77" y="3897624"/>
            <a:ext cx="7910" cy="4394"/>
          </a:xfrm>
          <a:custGeom xmlns:a="http://schemas.openxmlformats.org/drawingml/2006/main">
            <a:pathLst>
              <a:path w="7910" h="4394">
                <a:moveTo>
                  <a:pt x="0" y="4394"/>
                </a:moveTo>
                <a:lnTo>
                  <a:pt x="79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39" name="bond-486">
            <a:extLst xmlns:a="http://schemas.openxmlformats.org/drawingml/2006/main">
              <a:ext uri="{FF2B5EF4-FFF2-40B4-BE49-F238E27FC236}">
                <a16:creationId xmlns:a16="http://schemas.microsoft.com/office/drawing/2014/main" id="{1C072138-547C-4225-A523-1F0263B3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274" y="3879139"/>
            <a:ext cx="15820" cy="8789"/>
          </a:xfrm>
          <a:custGeom xmlns:a="http://schemas.openxmlformats.org/drawingml/2006/main">
            <a:pathLst>
              <a:path w="15820" h="8789">
                <a:moveTo>
                  <a:pt x="0" y="8789"/>
                </a:moveTo>
                <a:lnTo>
                  <a:pt x="15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40" name="bond-487">
            <a:extLst xmlns:a="http://schemas.openxmlformats.org/drawingml/2006/main">
              <a:ext uri="{FF2B5EF4-FFF2-40B4-BE49-F238E27FC236}">
                <a16:creationId xmlns:a16="http://schemas.microsoft.com/office/drawing/2014/main" id="{106DE955-89D3-45FE-B71E-F66AE51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270" y="3860654"/>
            <a:ext cx="23730" cy="13183"/>
          </a:xfrm>
          <a:custGeom xmlns:a="http://schemas.openxmlformats.org/drawingml/2006/main">
            <a:pathLst>
              <a:path w="23730" h="13183">
                <a:moveTo>
                  <a:pt x="0" y="13183"/>
                </a:moveTo>
                <a:lnTo>
                  <a:pt x="23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41" name="bond-488">
            <a:extLst xmlns:a="http://schemas.openxmlformats.org/drawingml/2006/main">
              <a:ext uri="{FF2B5EF4-FFF2-40B4-BE49-F238E27FC236}">
                <a16:creationId xmlns:a16="http://schemas.microsoft.com/office/drawing/2014/main" id="{81A844E4-D496-4B08-9F14-94A75CA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266" y="3842169"/>
            <a:ext cx="31640" cy="17578"/>
          </a:xfrm>
          <a:custGeom xmlns:a="http://schemas.openxmlformats.org/drawingml/2006/main">
            <a:pathLst>
              <a:path w="31640" h="17578">
                <a:moveTo>
                  <a:pt x="0" y="17578"/>
                </a:moveTo>
                <a:lnTo>
                  <a:pt x="31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42" name="bond-489">
            <a:extLst xmlns:a="http://schemas.openxmlformats.org/drawingml/2006/main">
              <a:ext uri="{FF2B5EF4-FFF2-40B4-BE49-F238E27FC236}">
                <a16:creationId xmlns:a16="http://schemas.microsoft.com/office/drawing/2014/main" id="{23651214-73D7-4365-8960-84D1D6A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262" y="3823684"/>
            <a:ext cx="39550" cy="21972"/>
          </a:xfrm>
          <a:custGeom xmlns:a="http://schemas.openxmlformats.org/drawingml/2006/main">
            <a:pathLst>
              <a:path w="39550" h="21972">
                <a:moveTo>
                  <a:pt x="0" y="21972"/>
                </a:moveTo>
                <a:lnTo>
                  <a:pt x="3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43" name="bond-490">
            <a:extLst xmlns:a="http://schemas.openxmlformats.org/drawingml/2006/main">
              <a:ext uri="{FF2B5EF4-FFF2-40B4-BE49-F238E27FC236}">
                <a16:creationId xmlns:a16="http://schemas.microsoft.com/office/drawing/2014/main" id="{EB869842-CBD3-4F37-9D31-E608800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259" y="3805199"/>
            <a:ext cx="47460" cy="26367"/>
          </a:xfrm>
          <a:custGeom xmlns:a="http://schemas.openxmlformats.org/drawingml/2006/main">
            <a:pathLst>
              <a:path w="47460" h="26367">
                <a:moveTo>
                  <a:pt x="0" y="26367"/>
                </a:moveTo>
                <a:lnTo>
                  <a:pt x="47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44" name="text-H₃C-491">
            <a:extLst xmlns:a="http://schemas.openxmlformats.org/drawingml/2006/main">
              <a:ext uri="{FF2B5EF4-FFF2-40B4-BE49-F238E27FC236}">
                <a16:creationId xmlns:a16="http://schemas.microsoft.com/office/drawing/2014/main" id="{6059AD71-E8B6-4CE6-A278-E102249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089" y="377451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245" name="text-L-FDAA–D-Ala (S,R)-492">
            <a:extLst xmlns:a="http://schemas.openxmlformats.org/drawingml/2006/main">
              <a:ext uri="{FF2B5EF4-FFF2-40B4-BE49-F238E27FC236}">
                <a16:creationId xmlns:a16="http://schemas.microsoft.com/office/drawing/2014/main" id="{9EE4AC01-25C2-4B3F-B99C-69B7D69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705" y="4722244"/>
            <a:ext cx="173736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L-FDAA–D-Ala (S,R)</a:t>
            </a:r>
          </a:p>
        </p:txBody>
      </p:sp>
      <p:sp>
        <p:nvSpPr>
          <p:cNvPr id="246" name="text-O-493">
            <a:extLst xmlns:a="http://schemas.openxmlformats.org/drawingml/2006/main">
              <a:ext uri="{FF2B5EF4-FFF2-40B4-BE49-F238E27FC236}">
                <a16:creationId xmlns:a16="http://schemas.microsoft.com/office/drawing/2014/main" id="{EB089F44-8EAD-4E65-91F4-CDA3D997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796" y="547386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47" name="bond-494">
            <a:extLst xmlns:a="http://schemas.openxmlformats.org/drawingml/2006/main">
              <a:ext uri="{FF2B5EF4-FFF2-40B4-BE49-F238E27FC236}">
                <a16:creationId xmlns:a16="http://schemas.microsoft.com/office/drawing/2014/main" id="{414E93B6-F681-4891-93B2-E6BBFE72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989" y="5583377"/>
            <a:ext cx="70580" cy="108585"/>
          </a:xfrm>
          <a:custGeom xmlns:a="http://schemas.openxmlformats.org/drawingml/2006/main">
            <a:pathLst>
              <a:path w="70580" h="108585">
                <a:moveTo>
                  <a:pt x="0" y="0"/>
                </a:moveTo>
                <a:lnTo>
                  <a:pt x="7058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8" name="bond-495">
            <a:extLst xmlns:a="http://schemas.openxmlformats.org/drawingml/2006/main">
              <a:ext uri="{FF2B5EF4-FFF2-40B4-BE49-F238E27FC236}">
                <a16:creationId xmlns:a16="http://schemas.microsoft.com/office/drawing/2014/main" id="{84B3D3E5-C64D-45D8-8BBF-0548A1E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197" y="5571541"/>
            <a:ext cx="70580" cy="108585"/>
          </a:xfrm>
          <a:custGeom xmlns:a="http://schemas.openxmlformats.org/drawingml/2006/main">
            <a:pathLst>
              <a:path w="70580" h="108585">
                <a:moveTo>
                  <a:pt x="0" y="0"/>
                </a:moveTo>
                <a:lnTo>
                  <a:pt x="70580" y="10858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9" name="bond-496">
            <a:extLst xmlns:a="http://schemas.openxmlformats.org/drawingml/2006/main">
              <a:ext uri="{FF2B5EF4-FFF2-40B4-BE49-F238E27FC236}">
                <a16:creationId xmlns:a16="http://schemas.microsoft.com/office/drawing/2014/main" id="{64D6B785-36DE-4A6D-BD5E-F9E1BFB3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673" y="5686044"/>
            <a:ext cx="124873" cy="95"/>
          </a:xfrm>
          <a:custGeom xmlns:a="http://schemas.openxmlformats.org/drawingml/2006/main">
            <a:pathLst>
              <a:path w="124873" h="95">
                <a:moveTo>
                  <a:pt x="0" y="0"/>
                </a:moveTo>
                <a:lnTo>
                  <a:pt x="124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50" name="text-CH-497">
            <a:extLst xmlns:a="http://schemas.openxmlformats.org/drawingml/2006/main">
              <a:ext uri="{FF2B5EF4-FFF2-40B4-BE49-F238E27FC236}">
                <a16:creationId xmlns:a16="http://schemas.microsoft.com/office/drawing/2014/main" id="{0CC30EA8-A64B-4449-BF85-A4B18AB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46" y="563131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51" name="bond-498">
            <a:extLst xmlns:a="http://schemas.openxmlformats.org/drawingml/2006/main">
              <a:ext uri="{FF2B5EF4-FFF2-40B4-BE49-F238E27FC236}">
                <a16:creationId xmlns:a16="http://schemas.microsoft.com/office/drawing/2014/main" id="{4C7FC9CC-4ACE-4DD3-9ECC-D47145DC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522" y="5686044"/>
            <a:ext cx="65151" cy="114014"/>
          </a:xfrm>
          <a:custGeom xmlns:a="http://schemas.openxmlformats.org/drawingml/2006/main">
            <a:pathLst>
              <a:path w="65151" h="114014">
                <a:moveTo>
                  <a:pt x="65151" y="0"/>
                </a:moveTo>
                <a:lnTo>
                  <a:pt x="0" y="11401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52" name="text-HO-499">
            <a:extLst xmlns:a="http://schemas.openxmlformats.org/drawingml/2006/main">
              <a:ext uri="{FF2B5EF4-FFF2-40B4-BE49-F238E27FC236}">
                <a16:creationId xmlns:a16="http://schemas.microsoft.com/office/drawing/2014/main" id="{E8267F14-A377-487C-8325-186350B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20" y="579962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253" name="bond-500">
            <a:extLst xmlns:a="http://schemas.openxmlformats.org/drawingml/2006/main">
              <a:ext uri="{FF2B5EF4-FFF2-40B4-BE49-F238E27FC236}">
                <a16:creationId xmlns:a16="http://schemas.microsoft.com/office/drawing/2014/main" id="{7EB73981-AF87-4C96-901E-02D3DF5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43" y="5745766"/>
            <a:ext cx="48863" cy="81439"/>
          </a:xfrm>
          <a:custGeom xmlns:a="http://schemas.openxmlformats.org/drawingml/2006/main">
            <a:pathLst>
              <a:path w="48863" h="81439">
                <a:moveTo>
                  <a:pt x="0" y="0"/>
                </a:moveTo>
                <a:lnTo>
                  <a:pt x="48863" y="8143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54" name="text-NH₂-501">
            <a:extLst xmlns:a="http://schemas.openxmlformats.org/drawingml/2006/main">
              <a:ext uri="{FF2B5EF4-FFF2-40B4-BE49-F238E27FC236}">
                <a16:creationId xmlns:a16="http://schemas.microsoft.com/office/drawing/2014/main" id="{F23FC898-0D66-4DC0-9D9C-9E1ACF5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72" y="5805053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255" name="bond-502">
            <a:extLst xmlns:a="http://schemas.openxmlformats.org/drawingml/2006/main">
              <a:ext uri="{FF2B5EF4-FFF2-40B4-BE49-F238E27FC236}">
                <a16:creationId xmlns:a16="http://schemas.microsoft.com/office/drawing/2014/main" id="{EF449165-5BF8-47F1-A34C-4339F9E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989" y="5619681"/>
            <a:ext cx="7997" cy="4234"/>
          </a:xfrm>
          <a:custGeom xmlns:a="http://schemas.openxmlformats.org/drawingml/2006/main">
            <a:pathLst>
              <a:path w="7997" h="4234">
                <a:moveTo>
                  <a:pt x="0" y="0"/>
                </a:moveTo>
                <a:lnTo>
                  <a:pt x="7997" y="4234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56" name="bond-503">
            <a:extLst xmlns:a="http://schemas.openxmlformats.org/drawingml/2006/main">
              <a:ext uri="{FF2B5EF4-FFF2-40B4-BE49-F238E27FC236}">
                <a16:creationId xmlns:a16="http://schemas.microsoft.com/office/drawing/2014/main" id="{000CA5E2-4C83-4BB1-BF7B-12C58D5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4" y="5602181"/>
            <a:ext cx="15994" cy="8468"/>
          </a:xfrm>
          <a:custGeom xmlns:a="http://schemas.openxmlformats.org/drawingml/2006/main">
            <a:pathLst>
              <a:path w="15994" h="8468">
                <a:moveTo>
                  <a:pt x="0" y="0"/>
                </a:moveTo>
                <a:lnTo>
                  <a:pt x="15994" y="8468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57" name="bond-504">
            <a:extLst xmlns:a="http://schemas.openxmlformats.org/drawingml/2006/main">
              <a:ext uri="{FF2B5EF4-FFF2-40B4-BE49-F238E27FC236}">
                <a16:creationId xmlns:a16="http://schemas.microsoft.com/office/drawing/2014/main" id="{56ABC8CE-1C07-4B6D-973C-8D174575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279" y="5584681"/>
            <a:ext cx="23992" cy="12701"/>
          </a:xfrm>
          <a:custGeom xmlns:a="http://schemas.openxmlformats.org/drawingml/2006/main">
            <a:pathLst>
              <a:path w="23992" h="12701">
                <a:moveTo>
                  <a:pt x="0" y="0"/>
                </a:moveTo>
                <a:lnTo>
                  <a:pt x="23992" y="12701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58" name="bond-505">
            <a:extLst xmlns:a="http://schemas.openxmlformats.org/drawingml/2006/main">
              <a:ext uri="{FF2B5EF4-FFF2-40B4-BE49-F238E27FC236}">
                <a16:creationId xmlns:a16="http://schemas.microsoft.com/office/drawing/2014/main" id="{1D802967-6174-4BD2-8409-0355045F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424" y="5567182"/>
            <a:ext cx="31989" cy="16935"/>
          </a:xfrm>
          <a:custGeom xmlns:a="http://schemas.openxmlformats.org/drawingml/2006/main">
            <a:pathLst>
              <a:path w="31989" h="16935">
                <a:moveTo>
                  <a:pt x="0" y="0"/>
                </a:moveTo>
                <a:lnTo>
                  <a:pt x="31989" y="16935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59" name="bond-506">
            <a:extLst xmlns:a="http://schemas.openxmlformats.org/drawingml/2006/main">
              <a:ext uri="{FF2B5EF4-FFF2-40B4-BE49-F238E27FC236}">
                <a16:creationId xmlns:a16="http://schemas.microsoft.com/office/drawing/2014/main" id="{ACBB230C-56D7-41A8-ABC6-04770B92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70" y="5549682"/>
            <a:ext cx="39986" cy="21169"/>
          </a:xfrm>
          <a:custGeom xmlns:a="http://schemas.openxmlformats.org/drawingml/2006/main">
            <a:pathLst>
              <a:path w="39986" h="21169">
                <a:moveTo>
                  <a:pt x="0" y="0"/>
                </a:moveTo>
                <a:lnTo>
                  <a:pt x="39986" y="21169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60" name="bond-507">
            <a:extLst xmlns:a="http://schemas.openxmlformats.org/drawingml/2006/main">
              <a:ext uri="{FF2B5EF4-FFF2-40B4-BE49-F238E27FC236}">
                <a16:creationId xmlns:a16="http://schemas.microsoft.com/office/drawing/2014/main" id="{7FF72696-B832-4A94-85BF-9D87A65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715" y="5532182"/>
            <a:ext cx="47983" cy="25403"/>
          </a:xfrm>
          <a:custGeom xmlns:a="http://schemas.openxmlformats.org/drawingml/2006/main">
            <a:pathLst>
              <a:path w="47983" h="25403">
                <a:moveTo>
                  <a:pt x="0" y="0"/>
                </a:moveTo>
                <a:lnTo>
                  <a:pt x="47983" y="25403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222222"/>
            </a:solidFill>
            <a:prstDash val="solid"/>
          </a:ln>
        </p:spPr>
      </p:sp>
      <p:sp>
        <p:nvSpPr>
          <p:cNvPr id="261" name="text-CH₃-508">
            <a:extLst xmlns:a="http://schemas.openxmlformats.org/drawingml/2006/main">
              <a:ext uri="{FF2B5EF4-FFF2-40B4-BE49-F238E27FC236}">
                <a16:creationId xmlns:a16="http://schemas.microsoft.com/office/drawing/2014/main" id="{F2505C29-2653-4F57-B7C1-C67DE34E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72" y="5479298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262" name="text-L-Ala (S)-509">
            <a:extLst xmlns:a="http://schemas.openxmlformats.org/drawingml/2006/main">
              <a:ext uri="{FF2B5EF4-FFF2-40B4-BE49-F238E27FC236}">
                <a16:creationId xmlns:a16="http://schemas.microsoft.com/office/drawing/2014/main" id="{613E4D06-4994-4BB0-B835-559B52C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324" y="6378165"/>
            <a:ext cx="1248728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L-Ala (S)</a:t>
            </a:r>
          </a:p>
        </p:txBody>
      </p:sp>
      <p:sp>
        <p:nvSpPr>
          <p:cNvPr id="263" name="text-+-510">
            <a:extLst xmlns:a="http://schemas.openxmlformats.org/drawingml/2006/main">
              <a:ext uri="{FF2B5EF4-FFF2-40B4-BE49-F238E27FC236}">
                <a16:creationId xmlns:a16="http://schemas.microsoft.com/office/drawing/2014/main" id="{387A7225-F2B9-4820-85C0-B113FBEA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032" y="5653686"/>
            <a:ext cx="141161" cy="97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8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8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64" name="bond-511">
            <a:extLst xmlns:a="http://schemas.openxmlformats.org/drawingml/2006/main">
              <a:ext uri="{FF2B5EF4-FFF2-40B4-BE49-F238E27FC236}">
                <a16:creationId xmlns:a16="http://schemas.microsoft.com/office/drawing/2014/main" id="{5B8FBB67-FCDB-48C6-83C6-124C4C3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51" y="5620893"/>
            <a:ext cx="97726" cy="162878"/>
          </a:xfrm>
          <a:custGeom xmlns:a="http://schemas.openxmlformats.org/drawingml/2006/main">
            <a:pathLst>
              <a:path w="97726" h="162878">
                <a:moveTo>
                  <a:pt x="0" y="162878"/>
                </a:moveTo>
                <a:lnTo>
                  <a:pt x="9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5" name="bond-512">
            <a:extLst xmlns:a="http://schemas.openxmlformats.org/drawingml/2006/main">
              <a:ext uri="{FF2B5EF4-FFF2-40B4-BE49-F238E27FC236}">
                <a16:creationId xmlns:a16="http://schemas.microsoft.com/office/drawing/2014/main" id="{2FA0DD9F-6532-49BB-8275-AC7E14F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877" y="5620893"/>
            <a:ext cx="179165" cy="95"/>
          </a:xfrm>
          <a:custGeom xmlns:a="http://schemas.openxmlformats.org/drawingml/2006/main">
            <a:pathLst>
              <a:path w="179165" h="95">
                <a:moveTo>
                  <a:pt x="0" y="0"/>
                </a:moveTo>
                <a:lnTo>
                  <a:pt x="179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6" name="bond-513">
            <a:extLst xmlns:a="http://schemas.openxmlformats.org/drawingml/2006/main">
              <a:ext uri="{FF2B5EF4-FFF2-40B4-BE49-F238E27FC236}">
                <a16:creationId xmlns:a16="http://schemas.microsoft.com/office/drawing/2014/main" id="{3F93682E-3C5E-47AC-A2E7-00C2089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5620893"/>
            <a:ext cx="97726" cy="162878"/>
          </a:xfrm>
          <a:custGeom xmlns:a="http://schemas.openxmlformats.org/drawingml/2006/main">
            <a:pathLst>
              <a:path w="97726" h="162878">
                <a:moveTo>
                  <a:pt x="0" y="0"/>
                </a:moveTo>
                <a:lnTo>
                  <a:pt x="97726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7" name="bond-514">
            <a:extLst xmlns:a="http://schemas.openxmlformats.org/drawingml/2006/main">
              <a:ext uri="{FF2B5EF4-FFF2-40B4-BE49-F238E27FC236}">
                <a16:creationId xmlns:a16="http://schemas.microsoft.com/office/drawing/2014/main" id="{184D9D72-5170-4CCD-AE54-462AF90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5783770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0"/>
                </a:moveTo>
                <a:lnTo>
                  <a:pt x="0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8" name="bond-515">
            <a:extLst xmlns:a="http://schemas.openxmlformats.org/drawingml/2006/main">
              <a:ext uri="{FF2B5EF4-FFF2-40B4-BE49-F238E27FC236}">
                <a16:creationId xmlns:a16="http://schemas.microsoft.com/office/drawing/2014/main" id="{D6F492F8-90B1-4F19-A852-0BB43954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877" y="5946648"/>
            <a:ext cx="179165" cy="95"/>
          </a:xfrm>
          <a:custGeom xmlns:a="http://schemas.openxmlformats.org/drawingml/2006/main">
            <a:pathLst>
              <a:path w="179165" h="95">
                <a:moveTo>
                  <a:pt x="17916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9" name="bond-516">
            <a:extLst xmlns:a="http://schemas.openxmlformats.org/drawingml/2006/main">
              <a:ext uri="{FF2B5EF4-FFF2-40B4-BE49-F238E27FC236}">
                <a16:creationId xmlns:a16="http://schemas.microsoft.com/office/drawing/2014/main" id="{44DA5097-B26D-4E2F-A57A-B975E9A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151" y="5783770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1628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0" name="bond-517">
            <a:extLst xmlns:a="http://schemas.openxmlformats.org/drawingml/2006/main">
              <a:ext uri="{FF2B5EF4-FFF2-40B4-BE49-F238E27FC236}">
                <a16:creationId xmlns:a16="http://schemas.microsoft.com/office/drawing/2014/main" id="{9BB98C4F-8337-4591-AD98-6D3DD84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613" y="5653469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130302"/>
                </a:moveTo>
                <a:lnTo>
                  <a:pt x="781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1" name="bond-518">
            <a:extLst xmlns:a="http://schemas.openxmlformats.org/drawingml/2006/main">
              <a:ext uri="{FF2B5EF4-FFF2-40B4-BE49-F238E27FC236}">
                <a16:creationId xmlns:a16="http://schemas.microsoft.com/office/drawing/2014/main" id="{34271776-0E7F-4FE9-BC74-72543A5C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26" y="5653469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0"/>
                </a:moveTo>
                <a:lnTo>
                  <a:pt x="78181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2" name="bond-519">
            <a:extLst xmlns:a="http://schemas.openxmlformats.org/drawingml/2006/main">
              <a:ext uri="{FF2B5EF4-FFF2-40B4-BE49-F238E27FC236}">
                <a16:creationId xmlns:a16="http://schemas.microsoft.com/office/drawing/2014/main" id="{4BB78DAD-67C3-4700-B18E-60C3DB4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794" y="5914073"/>
            <a:ext cx="143332" cy="95"/>
          </a:xfrm>
          <a:custGeom xmlns:a="http://schemas.openxmlformats.org/drawingml/2006/main">
            <a:pathLst>
              <a:path w="143332" h="95">
                <a:moveTo>
                  <a:pt x="1433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3" name="bond-520">
            <a:extLst xmlns:a="http://schemas.openxmlformats.org/drawingml/2006/main">
              <a:ext uri="{FF2B5EF4-FFF2-40B4-BE49-F238E27FC236}">
                <a16:creationId xmlns:a16="http://schemas.microsoft.com/office/drawing/2014/main" id="{F1C15B9E-F2CF-4CA2-BFFF-DD4BD59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439" y="5490591"/>
            <a:ext cx="81439" cy="130302"/>
          </a:xfrm>
          <a:custGeom xmlns:a="http://schemas.openxmlformats.org/drawingml/2006/main">
            <a:pathLst>
              <a:path w="81439" h="130302">
                <a:moveTo>
                  <a:pt x="81439" y="1303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4" name="text-HN-521">
            <a:extLst xmlns:a="http://schemas.openxmlformats.org/drawingml/2006/main">
              <a:ext uri="{FF2B5EF4-FFF2-40B4-BE49-F238E27FC236}">
                <a16:creationId xmlns:a16="http://schemas.microsoft.com/office/drawing/2014/main" id="{A37EC302-778D-44CD-93E6-ED1ABE71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566" y="539785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275" name="bond-522">
            <a:extLst xmlns:a="http://schemas.openxmlformats.org/drawingml/2006/main">
              <a:ext uri="{FF2B5EF4-FFF2-40B4-BE49-F238E27FC236}">
                <a16:creationId xmlns:a16="http://schemas.microsoft.com/office/drawing/2014/main" id="{73EDC150-8D4D-4A2E-959E-447318AA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439" y="5284280"/>
            <a:ext cx="76010" cy="119443"/>
          </a:xfrm>
          <a:custGeom xmlns:a="http://schemas.openxmlformats.org/drawingml/2006/main">
            <a:pathLst>
              <a:path w="76010" h="119443">
                <a:moveTo>
                  <a:pt x="0" y="119443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6" name="bond-523">
            <a:extLst xmlns:a="http://schemas.openxmlformats.org/drawingml/2006/main">
              <a:ext uri="{FF2B5EF4-FFF2-40B4-BE49-F238E27FC236}">
                <a16:creationId xmlns:a16="http://schemas.microsoft.com/office/drawing/2014/main" id="{098A9EAD-F1C1-45FD-BBE3-84B7B345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448" y="5284280"/>
            <a:ext cx="184594" cy="95"/>
          </a:xfrm>
          <a:custGeom xmlns:a="http://schemas.openxmlformats.org/drawingml/2006/main">
            <a:pathLst>
              <a:path w="184594" h="95">
                <a:moveTo>
                  <a:pt x="0" y="0"/>
                </a:moveTo>
                <a:lnTo>
                  <a:pt x="184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7" name="stereobond-524">
            <a:extLst xmlns:a="http://schemas.openxmlformats.org/drawingml/2006/main">
              <a:ext uri="{FF2B5EF4-FFF2-40B4-BE49-F238E27FC236}">
                <a16:creationId xmlns:a16="http://schemas.microsoft.com/office/drawing/2014/main" id="{FB234C87-5755-4495-8D14-AC2F069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013" y="5148174"/>
            <a:ext cx="79006" cy="130677"/>
          </a:xfrm>
          <a:custGeom xmlns:a="http://schemas.openxmlformats.org/drawingml/2006/main">
            <a:pathLst>
              <a:path w="79006" h="130677">
                <a:moveTo>
                  <a:pt x="79006" y="130677"/>
                </a:moveTo>
                <a:lnTo>
                  <a:pt x="49426" y="0"/>
                </a:lnTo>
                <a:lnTo>
                  <a:pt x="0" y="22466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278" name="text-H₃C-525">
            <a:extLst xmlns:a="http://schemas.openxmlformats.org/drawingml/2006/main">
              <a:ext uri="{FF2B5EF4-FFF2-40B4-BE49-F238E27FC236}">
                <a16:creationId xmlns:a16="http://schemas.microsoft.com/office/drawing/2014/main" id="{49BC5D1B-F044-4611-A1E9-94989C3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402" y="507210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279" name="bond-526">
            <a:extLst xmlns:a="http://schemas.openxmlformats.org/drawingml/2006/main">
              <a:ext uri="{FF2B5EF4-FFF2-40B4-BE49-F238E27FC236}">
                <a16:creationId xmlns:a16="http://schemas.microsoft.com/office/drawing/2014/main" id="{4E5F71DD-1EEC-44D2-8F2C-3FBF0D0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694" y="5289804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0" name="bond-527">
            <a:extLst xmlns:a="http://schemas.openxmlformats.org/drawingml/2006/main">
              <a:ext uri="{FF2B5EF4-FFF2-40B4-BE49-F238E27FC236}">
                <a16:creationId xmlns:a16="http://schemas.microsoft.com/office/drawing/2014/main" id="{FFD966FF-8F37-48B9-8563-A77C9C2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91" y="5278755"/>
            <a:ext cx="70580" cy="119443"/>
          </a:xfrm>
          <a:custGeom xmlns:a="http://schemas.openxmlformats.org/drawingml/2006/main">
            <a:pathLst>
              <a:path w="70580" h="119443">
                <a:moveTo>
                  <a:pt x="0" y="0"/>
                </a:moveTo>
                <a:lnTo>
                  <a:pt x="70580" y="11944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1" name="text-O-528">
            <a:extLst xmlns:a="http://schemas.openxmlformats.org/drawingml/2006/main">
              <a:ext uri="{FF2B5EF4-FFF2-40B4-BE49-F238E27FC236}">
                <a16:creationId xmlns:a16="http://schemas.microsoft.com/office/drawing/2014/main" id="{572C0C2E-8FC0-4174-ADB6-A8FA86B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89" y="540328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82" name="bond-529">
            <a:extLst xmlns:a="http://schemas.openxmlformats.org/drawingml/2006/main">
              <a:ext uri="{FF2B5EF4-FFF2-40B4-BE49-F238E27FC236}">
                <a16:creationId xmlns:a16="http://schemas.microsoft.com/office/drawing/2014/main" id="{CA951457-8181-4C00-826E-BAC9628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5159407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124873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3" name="text-NH₂-530">
            <a:extLst xmlns:a="http://schemas.openxmlformats.org/drawingml/2006/main">
              <a:ext uri="{FF2B5EF4-FFF2-40B4-BE49-F238E27FC236}">
                <a16:creationId xmlns:a16="http://schemas.microsoft.com/office/drawing/2014/main" id="{AB6A2EDD-3413-45A2-A27D-597CE757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747" y="507210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284" name="bond-531">
            <a:extLst xmlns:a="http://schemas.openxmlformats.org/drawingml/2006/main">
              <a:ext uri="{FF2B5EF4-FFF2-40B4-BE49-F238E27FC236}">
                <a16:creationId xmlns:a16="http://schemas.microsoft.com/office/drawing/2014/main" id="{1532BB92-60E6-4532-89F1-671E27F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278" y="5783770"/>
            <a:ext cx="124873" cy="95"/>
          </a:xfrm>
          <a:custGeom xmlns:a="http://schemas.openxmlformats.org/drawingml/2006/main">
            <a:pathLst>
              <a:path w="124873" h="95">
                <a:moveTo>
                  <a:pt x="1248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5" name="text-N⁺-532">
            <a:extLst xmlns:a="http://schemas.openxmlformats.org/drawingml/2006/main">
              <a:ext uri="{FF2B5EF4-FFF2-40B4-BE49-F238E27FC236}">
                <a16:creationId xmlns:a16="http://schemas.microsoft.com/office/drawing/2014/main" id="{C582598F-A111-4BD5-AA60-7D0792F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405" y="572904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286" name="bond-533">
            <a:extLst xmlns:a="http://schemas.openxmlformats.org/drawingml/2006/main">
              <a:ext uri="{FF2B5EF4-FFF2-40B4-BE49-F238E27FC236}">
                <a16:creationId xmlns:a16="http://schemas.microsoft.com/office/drawing/2014/main" id="{402D9C75-9C76-4D05-A7C9-C291585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227" y="5615452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7" name="bond-534">
            <a:extLst xmlns:a="http://schemas.openxmlformats.org/drawingml/2006/main">
              <a:ext uri="{FF2B5EF4-FFF2-40B4-BE49-F238E27FC236}">
                <a16:creationId xmlns:a16="http://schemas.microsoft.com/office/drawing/2014/main" id="{0363FEC4-DBA6-48EA-BB0D-D952A81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433" y="5626334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8" name="text-O-535">
            <a:extLst xmlns:a="http://schemas.openxmlformats.org/drawingml/2006/main">
              <a:ext uri="{FF2B5EF4-FFF2-40B4-BE49-F238E27FC236}">
                <a16:creationId xmlns:a16="http://schemas.microsoft.com/office/drawing/2014/main" id="{4191D0D2-198F-4ABC-8609-FA8417C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391" y="552273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89" name="bond-536">
            <a:extLst xmlns:a="http://schemas.openxmlformats.org/drawingml/2006/main">
              <a:ext uri="{FF2B5EF4-FFF2-40B4-BE49-F238E27FC236}">
                <a16:creationId xmlns:a16="http://schemas.microsoft.com/office/drawing/2014/main" id="{685F6AC1-C501-4B33-A28B-07ACF7C0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5832634"/>
            <a:ext cx="54292" cy="86868"/>
          </a:xfrm>
          <a:custGeom xmlns:a="http://schemas.openxmlformats.org/drawingml/2006/main">
            <a:pathLst>
              <a:path w="54292" h="86868">
                <a:moveTo>
                  <a:pt x="54292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0" name="text-O⁻-537">
            <a:extLst xmlns:a="http://schemas.openxmlformats.org/drawingml/2006/main">
              <a:ext uri="{FF2B5EF4-FFF2-40B4-BE49-F238E27FC236}">
                <a16:creationId xmlns:a16="http://schemas.microsoft.com/office/drawing/2014/main" id="{AF5905E3-174D-4951-BA1F-E1CABC9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679" y="590278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291" name="bond-538">
            <a:extLst xmlns:a="http://schemas.openxmlformats.org/drawingml/2006/main">
              <a:ext uri="{FF2B5EF4-FFF2-40B4-BE49-F238E27FC236}">
                <a16:creationId xmlns:a16="http://schemas.microsoft.com/office/drawing/2014/main" id="{DDFAC8FF-896A-4B64-B763-09C4B93E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043" y="5946648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0"/>
                </a:moveTo>
                <a:lnTo>
                  <a:pt x="70580" y="12487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2" name="text-N⁺-539">
            <a:extLst xmlns:a="http://schemas.openxmlformats.org/drawingml/2006/main">
              <a:ext uri="{FF2B5EF4-FFF2-40B4-BE49-F238E27FC236}">
                <a16:creationId xmlns:a16="http://schemas.microsoft.com/office/drawing/2014/main" id="{EF95E7DB-BE8B-4064-82D8-CF137944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477" y="606565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293" name="bond-540">
            <a:extLst xmlns:a="http://schemas.openxmlformats.org/drawingml/2006/main">
              <a:ext uri="{FF2B5EF4-FFF2-40B4-BE49-F238E27FC236}">
                <a16:creationId xmlns:a16="http://schemas.microsoft.com/office/drawing/2014/main" id="{0398AD85-8B8C-4883-8379-3A38335F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920" y="6120384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4" name="bond-541">
            <a:extLst xmlns:a="http://schemas.openxmlformats.org/drawingml/2006/main">
              <a:ext uri="{FF2B5EF4-FFF2-40B4-BE49-F238E27FC236}">
                <a16:creationId xmlns:a16="http://schemas.microsoft.com/office/drawing/2014/main" id="{64922306-2F6F-4DDD-A73F-49B6C81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920" y="6098667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5" name="text-O-542">
            <a:extLst xmlns:a="http://schemas.openxmlformats.org/drawingml/2006/main">
              <a:ext uri="{FF2B5EF4-FFF2-40B4-BE49-F238E27FC236}">
                <a16:creationId xmlns:a16="http://schemas.microsoft.com/office/drawing/2014/main" id="{389A0861-3CDA-4151-BB78-25C04D6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784" y="606565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96" name="bond-543">
            <a:extLst xmlns:a="http://schemas.openxmlformats.org/drawingml/2006/main">
              <a:ext uri="{FF2B5EF4-FFF2-40B4-BE49-F238E27FC236}">
                <a16:creationId xmlns:a16="http://schemas.microsoft.com/office/drawing/2014/main" id="{90F64317-0B7A-4540-B30B-8837BC43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760" y="6163818"/>
            <a:ext cx="48863" cy="76010"/>
          </a:xfrm>
          <a:custGeom xmlns:a="http://schemas.openxmlformats.org/drawingml/2006/main">
            <a:pathLst>
              <a:path w="48863" h="76010">
                <a:moveTo>
                  <a:pt x="48863" y="0"/>
                </a:moveTo>
                <a:lnTo>
                  <a:pt x="0" y="7601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7" name="text-O⁻-544">
            <a:extLst xmlns:a="http://schemas.openxmlformats.org/drawingml/2006/main">
              <a:ext uri="{FF2B5EF4-FFF2-40B4-BE49-F238E27FC236}">
                <a16:creationId xmlns:a16="http://schemas.microsoft.com/office/drawing/2014/main" id="{4082B3C6-43C5-444F-8F5D-60DD11E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750" y="623396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298" name="bond-545">
            <a:extLst xmlns:a="http://schemas.openxmlformats.org/drawingml/2006/main">
              <a:ext uri="{FF2B5EF4-FFF2-40B4-BE49-F238E27FC236}">
                <a16:creationId xmlns:a16="http://schemas.microsoft.com/office/drawing/2014/main" id="{AAB7383E-87AC-4457-A2B7-1B7B33C6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69" y="5783770"/>
            <a:ext cx="152019" cy="95"/>
          </a:xfrm>
          <a:custGeom xmlns:a="http://schemas.openxmlformats.org/drawingml/2006/main">
            <a:pathLst>
              <a:path w="152019" h="95">
                <a:moveTo>
                  <a:pt x="0" y="0"/>
                </a:moveTo>
                <a:lnTo>
                  <a:pt x="152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9" name="text-F-546">
            <a:extLst xmlns:a="http://schemas.openxmlformats.org/drawingml/2006/main">
              <a:ext uri="{FF2B5EF4-FFF2-40B4-BE49-F238E27FC236}">
                <a16:creationId xmlns:a16="http://schemas.microsoft.com/office/drawing/2014/main" id="{03F2205B-02BD-4913-B157-BEE3FF0C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784" y="573447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0" name="text-L-FDAA (S)-547">
            <a:extLst xmlns:a="http://schemas.openxmlformats.org/drawingml/2006/main">
              <a:ext uri="{FF2B5EF4-FFF2-40B4-BE49-F238E27FC236}">
                <a16:creationId xmlns:a16="http://schemas.microsoft.com/office/drawing/2014/main" id="{B0CAFE5E-349E-4C98-BD17-5A39062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02" y="6378165"/>
            <a:ext cx="173736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L-FDAA (S)</a:t>
            </a:r>
          </a:p>
        </p:txBody>
      </p:sp>
      <p:sp>
        <p:nvSpPr>
          <p:cNvPr id="301" name="bond-548">
            <a:extLst xmlns:a="http://schemas.openxmlformats.org/drawingml/2006/main">
              <a:ext uri="{FF2B5EF4-FFF2-40B4-BE49-F238E27FC236}">
                <a16:creationId xmlns:a16="http://schemas.microsoft.com/office/drawing/2014/main" id="{6CF56A98-3AE3-4876-A0A3-C3F14AC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89" y="5696902"/>
            <a:ext cx="694944" cy="95"/>
          </a:xfrm>
          <a:custGeom xmlns:a="http://schemas.openxmlformats.org/drawingml/2006/main">
            <a:pathLst>
              <a:path w="694944" h="95">
                <a:moveTo>
                  <a:pt x="0" y="0"/>
                </a:moveTo>
                <a:lnTo>
                  <a:pt x="6949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302" name="bond-549">
            <a:extLst xmlns:a="http://schemas.openxmlformats.org/drawingml/2006/main">
              <a:ext uri="{FF2B5EF4-FFF2-40B4-BE49-F238E27FC236}">
                <a16:creationId xmlns:a16="http://schemas.microsoft.com/office/drawing/2014/main" id="{C1722767-E9E4-4FF7-8C15-D12818C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11" y="5658898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0"/>
                </a:moveTo>
                <a:lnTo>
                  <a:pt x="59722" y="3800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303" name="bond-550">
            <a:extLst xmlns:a="http://schemas.openxmlformats.org/drawingml/2006/main">
              <a:ext uri="{FF2B5EF4-FFF2-40B4-BE49-F238E27FC236}">
                <a16:creationId xmlns:a16="http://schemas.microsoft.com/office/drawing/2014/main" id="{61A52EC6-D903-4CB8-87F1-66CA9369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11" y="5696902"/>
            <a:ext cx="59722" cy="38005"/>
          </a:xfrm>
          <a:custGeom xmlns:a="http://schemas.openxmlformats.org/drawingml/2006/main">
            <a:pathLst>
              <a:path w="59722" h="38005">
                <a:moveTo>
                  <a:pt x="0" y="38005"/>
                </a:moveTo>
                <a:lnTo>
                  <a:pt x="5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82939B"/>
            </a:solidFill>
            <a:prstDash val="solid"/>
          </a:ln>
        </p:spPr>
      </p:sp>
      <p:sp>
        <p:nvSpPr>
          <p:cNvPr id="304" name="text-SNAr-551">
            <a:extLst xmlns:a="http://schemas.openxmlformats.org/drawingml/2006/main">
              <a:ext uri="{FF2B5EF4-FFF2-40B4-BE49-F238E27FC236}">
                <a16:creationId xmlns:a16="http://schemas.microsoft.com/office/drawing/2014/main" id="{F916F7D8-9FB0-497C-BACB-8317EFF9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938" y="5562040"/>
            <a:ext cx="188504" cy="85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99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99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SNAr</a:t>
            </a:r>
          </a:p>
        </p:txBody>
      </p:sp>
      <p:sp>
        <p:nvSpPr>
          <p:cNvPr id="305" name="bond-552">
            <a:extLst xmlns:a="http://schemas.openxmlformats.org/drawingml/2006/main">
              <a:ext uri="{FF2B5EF4-FFF2-40B4-BE49-F238E27FC236}">
                <a16:creationId xmlns:a16="http://schemas.microsoft.com/office/drawing/2014/main" id="{ACE39EBE-95A9-4C86-A1FE-41BB822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20893"/>
            <a:ext cx="97726" cy="162878"/>
          </a:xfrm>
          <a:custGeom xmlns:a="http://schemas.openxmlformats.org/drawingml/2006/main">
            <a:pathLst>
              <a:path w="97726" h="162878">
                <a:moveTo>
                  <a:pt x="0" y="162878"/>
                </a:moveTo>
                <a:lnTo>
                  <a:pt x="9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06" name="bond-553">
            <a:extLst xmlns:a="http://schemas.openxmlformats.org/drawingml/2006/main">
              <a:ext uri="{FF2B5EF4-FFF2-40B4-BE49-F238E27FC236}">
                <a16:creationId xmlns:a16="http://schemas.microsoft.com/office/drawing/2014/main" id="{2009221F-9330-43B1-8E66-5C73EB6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352" y="5620893"/>
            <a:ext cx="179165" cy="95"/>
          </a:xfrm>
          <a:custGeom xmlns:a="http://schemas.openxmlformats.org/drawingml/2006/main">
            <a:pathLst>
              <a:path w="179165" h="95">
                <a:moveTo>
                  <a:pt x="0" y="0"/>
                </a:moveTo>
                <a:lnTo>
                  <a:pt x="179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07" name="bond-554">
            <a:extLst xmlns:a="http://schemas.openxmlformats.org/drawingml/2006/main">
              <a:ext uri="{FF2B5EF4-FFF2-40B4-BE49-F238E27FC236}">
                <a16:creationId xmlns:a16="http://schemas.microsoft.com/office/drawing/2014/main" id="{C705D379-3092-4F46-A760-7377FDF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5620893"/>
            <a:ext cx="97726" cy="162878"/>
          </a:xfrm>
          <a:custGeom xmlns:a="http://schemas.openxmlformats.org/drawingml/2006/main">
            <a:pathLst>
              <a:path w="97726" h="162878">
                <a:moveTo>
                  <a:pt x="0" y="0"/>
                </a:moveTo>
                <a:lnTo>
                  <a:pt x="97726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08" name="bond-555">
            <a:extLst xmlns:a="http://schemas.openxmlformats.org/drawingml/2006/main">
              <a:ext uri="{FF2B5EF4-FFF2-40B4-BE49-F238E27FC236}">
                <a16:creationId xmlns:a16="http://schemas.microsoft.com/office/drawing/2014/main" id="{FC2FBBA8-E5F4-46A5-B047-ED8201E3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5783770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0"/>
                </a:moveTo>
                <a:lnTo>
                  <a:pt x="0" y="16287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09" name="bond-556">
            <a:extLst xmlns:a="http://schemas.openxmlformats.org/drawingml/2006/main">
              <a:ext uri="{FF2B5EF4-FFF2-40B4-BE49-F238E27FC236}">
                <a16:creationId xmlns:a16="http://schemas.microsoft.com/office/drawing/2014/main" id="{4A9697B6-1BDD-41C5-98EC-C4BDDC87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352" y="5946648"/>
            <a:ext cx="179165" cy="95"/>
          </a:xfrm>
          <a:custGeom xmlns:a="http://schemas.openxmlformats.org/drawingml/2006/main">
            <a:pathLst>
              <a:path w="179165" h="95">
                <a:moveTo>
                  <a:pt x="17916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0" name="bond-557">
            <a:extLst xmlns:a="http://schemas.openxmlformats.org/drawingml/2006/main">
              <a:ext uri="{FF2B5EF4-FFF2-40B4-BE49-F238E27FC236}">
                <a16:creationId xmlns:a16="http://schemas.microsoft.com/office/drawing/2014/main" id="{6C259DD6-76F5-4BB6-8BA2-AFA0F8B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83770"/>
            <a:ext cx="97726" cy="162878"/>
          </a:xfrm>
          <a:custGeom xmlns:a="http://schemas.openxmlformats.org/drawingml/2006/main">
            <a:pathLst>
              <a:path w="97726" h="162878">
                <a:moveTo>
                  <a:pt x="97726" y="1628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1" name="bond-558">
            <a:extLst xmlns:a="http://schemas.openxmlformats.org/drawingml/2006/main">
              <a:ext uri="{FF2B5EF4-FFF2-40B4-BE49-F238E27FC236}">
                <a16:creationId xmlns:a16="http://schemas.microsoft.com/office/drawing/2014/main" id="{8AB10564-569F-45B4-B931-EAB4EE36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087" y="5653469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130302"/>
                </a:moveTo>
                <a:lnTo>
                  <a:pt x="781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2" name="bond-559">
            <a:extLst xmlns:a="http://schemas.openxmlformats.org/drawingml/2006/main">
              <a:ext uri="{FF2B5EF4-FFF2-40B4-BE49-F238E27FC236}">
                <a16:creationId xmlns:a16="http://schemas.microsoft.com/office/drawing/2014/main" id="{00F4BA42-3899-4480-895C-71C8068F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600" y="5653469"/>
            <a:ext cx="78181" cy="130302"/>
          </a:xfrm>
          <a:custGeom xmlns:a="http://schemas.openxmlformats.org/drawingml/2006/main">
            <a:pathLst>
              <a:path w="78181" h="130302">
                <a:moveTo>
                  <a:pt x="0" y="0"/>
                </a:moveTo>
                <a:lnTo>
                  <a:pt x="78181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3" name="bond-560">
            <a:extLst xmlns:a="http://schemas.openxmlformats.org/drawingml/2006/main">
              <a:ext uri="{FF2B5EF4-FFF2-40B4-BE49-F238E27FC236}">
                <a16:creationId xmlns:a16="http://schemas.microsoft.com/office/drawing/2014/main" id="{619A0CBA-43BF-4AEE-AF68-30DB8A2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68" y="5914073"/>
            <a:ext cx="143332" cy="95"/>
          </a:xfrm>
          <a:custGeom xmlns:a="http://schemas.openxmlformats.org/drawingml/2006/main">
            <a:pathLst>
              <a:path w="143332" h="95">
                <a:moveTo>
                  <a:pt x="1433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4" name="bond-561">
            <a:extLst xmlns:a="http://schemas.openxmlformats.org/drawingml/2006/main">
              <a:ext uri="{FF2B5EF4-FFF2-40B4-BE49-F238E27FC236}">
                <a16:creationId xmlns:a16="http://schemas.microsoft.com/office/drawing/2014/main" id="{C0F0D5AA-8FE2-4E63-83FA-2F76F7B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913" y="5490591"/>
            <a:ext cx="81439" cy="130302"/>
          </a:xfrm>
          <a:custGeom xmlns:a="http://schemas.openxmlformats.org/drawingml/2006/main">
            <a:pathLst>
              <a:path w="81439" h="130302">
                <a:moveTo>
                  <a:pt x="81439" y="1303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5" name="text-HN-562">
            <a:extLst xmlns:a="http://schemas.openxmlformats.org/drawingml/2006/main">
              <a:ext uri="{FF2B5EF4-FFF2-40B4-BE49-F238E27FC236}">
                <a16:creationId xmlns:a16="http://schemas.microsoft.com/office/drawing/2014/main" id="{36DADC8C-8327-47AB-BDA4-CEBD848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39785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316" name="bond-563">
            <a:extLst xmlns:a="http://schemas.openxmlformats.org/drawingml/2006/main">
              <a:ext uri="{FF2B5EF4-FFF2-40B4-BE49-F238E27FC236}">
                <a16:creationId xmlns:a16="http://schemas.microsoft.com/office/drawing/2014/main" id="{2EE16925-129F-4AF3-8E66-89D80269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913" y="5284280"/>
            <a:ext cx="76010" cy="119443"/>
          </a:xfrm>
          <a:custGeom xmlns:a="http://schemas.openxmlformats.org/drawingml/2006/main">
            <a:pathLst>
              <a:path w="76010" h="119443">
                <a:moveTo>
                  <a:pt x="0" y="119443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7" name="bond-564">
            <a:extLst xmlns:a="http://schemas.openxmlformats.org/drawingml/2006/main">
              <a:ext uri="{FF2B5EF4-FFF2-40B4-BE49-F238E27FC236}">
                <a16:creationId xmlns:a16="http://schemas.microsoft.com/office/drawing/2014/main" id="{AEBD9EF6-8672-478A-9052-6305B27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922" y="5284280"/>
            <a:ext cx="184594" cy="95"/>
          </a:xfrm>
          <a:custGeom xmlns:a="http://schemas.openxmlformats.org/drawingml/2006/main">
            <a:pathLst>
              <a:path w="184594" h="95">
                <a:moveTo>
                  <a:pt x="0" y="0"/>
                </a:moveTo>
                <a:lnTo>
                  <a:pt x="184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18" name="stereobond-565">
            <a:extLst xmlns:a="http://schemas.openxmlformats.org/drawingml/2006/main">
              <a:ext uri="{FF2B5EF4-FFF2-40B4-BE49-F238E27FC236}">
                <a16:creationId xmlns:a16="http://schemas.microsoft.com/office/drawing/2014/main" id="{2382FFF2-76F9-4AA7-817C-C06F213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87" y="5148174"/>
            <a:ext cx="79006" cy="130677"/>
          </a:xfrm>
          <a:custGeom xmlns:a="http://schemas.openxmlformats.org/drawingml/2006/main">
            <a:pathLst>
              <a:path w="79006" h="130677">
                <a:moveTo>
                  <a:pt x="79006" y="130677"/>
                </a:moveTo>
                <a:lnTo>
                  <a:pt x="49426" y="0"/>
                </a:lnTo>
                <a:lnTo>
                  <a:pt x="0" y="22466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319" name="text-H₃C-566">
            <a:extLst xmlns:a="http://schemas.openxmlformats.org/drawingml/2006/main">
              <a:ext uri="{FF2B5EF4-FFF2-40B4-BE49-F238E27FC236}">
                <a16:creationId xmlns:a16="http://schemas.microsoft.com/office/drawing/2014/main" id="{0F639312-CDFE-4472-BF4D-28DE6FF2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876" y="507210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320" name="bond-567">
            <a:extLst xmlns:a="http://schemas.openxmlformats.org/drawingml/2006/main">
              <a:ext uri="{FF2B5EF4-FFF2-40B4-BE49-F238E27FC236}">
                <a16:creationId xmlns:a16="http://schemas.microsoft.com/office/drawing/2014/main" id="{0DC36EF1-8C60-44B7-A7ED-E91C379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168" y="5289804"/>
            <a:ext cx="70580" cy="119444"/>
          </a:xfrm>
          <a:custGeom xmlns:a="http://schemas.openxmlformats.org/drawingml/2006/main">
            <a:pathLst>
              <a:path w="70580" h="119444">
                <a:moveTo>
                  <a:pt x="0" y="0"/>
                </a:moveTo>
                <a:lnTo>
                  <a:pt x="70580" y="11944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1" name="bond-568">
            <a:extLst xmlns:a="http://schemas.openxmlformats.org/drawingml/2006/main">
              <a:ext uri="{FF2B5EF4-FFF2-40B4-BE49-F238E27FC236}">
                <a16:creationId xmlns:a16="http://schemas.microsoft.com/office/drawing/2014/main" id="{E2FBB0C9-82F3-4D3F-B9BB-2027E403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865" y="5278755"/>
            <a:ext cx="70580" cy="119443"/>
          </a:xfrm>
          <a:custGeom xmlns:a="http://schemas.openxmlformats.org/drawingml/2006/main">
            <a:pathLst>
              <a:path w="70580" h="119443">
                <a:moveTo>
                  <a:pt x="0" y="0"/>
                </a:moveTo>
                <a:lnTo>
                  <a:pt x="70580" y="11944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2" name="text-O-569">
            <a:extLst xmlns:a="http://schemas.openxmlformats.org/drawingml/2006/main">
              <a:ext uri="{FF2B5EF4-FFF2-40B4-BE49-F238E27FC236}">
                <a16:creationId xmlns:a16="http://schemas.microsoft.com/office/drawing/2014/main" id="{2EB1D7D4-D2D3-4DDB-8073-9966516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663" y="5403289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23" name="bond-570">
            <a:extLst xmlns:a="http://schemas.openxmlformats.org/drawingml/2006/main">
              <a:ext uri="{FF2B5EF4-FFF2-40B4-BE49-F238E27FC236}">
                <a16:creationId xmlns:a16="http://schemas.microsoft.com/office/drawing/2014/main" id="{8FB89A67-7578-4B2F-8505-F381BE9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5159407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124873"/>
                </a:moveTo>
                <a:lnTo>
                  <a:pt x="70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4" name="text-NH₂-571">
            <a:extLst xmlns:a="http://schemas.openxmlformats.org/drawingml/2006/main">
              <a:ext uri="{FF2B5EF4-FFF2-40B4-BE49-F238E27FC236}">
                <a16:creationId xmlns:a16="http://schemas.microsoft.com/office/drawing/2014/main" id="{59B75929-6884-43E5-AF56-20851DC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221" y="5072104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NH₂</a:t>
            </a:r>
          </a:p>
        </p:txBody>
      </p:sp>
      <p:sp>
        <p:nvSpPr>
          <p:cNvPr id="325" name="bond-572">
            <a:extLst xmlns:a="http://schemas.openxmlformats.org/drawingml/2006/main">
              <a:ext uri="{FF2B5EF4-FFF2-40B4-BE49-F238E27FC236}">
                <a16:creationId xmlns:a16="http://schemas.microsoft.com/office/drawing/2014/main" id="{64169E2E-1731-4FB4-AA56-5780072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752" y="5783770"/>
            <a:ext cx="124873" cy="95"/>
          </a:xfrm>
          <a:custGeom xmlns:a="http://schemas.openxmlformats.org/drawingml/2006/main">
            <a:pathLst>
              <a:path w="124873" h="95">
                <a:moveTo>
                  <a:pt x="1248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6" name="text-N⁺-573">
            <a:extLst xmlns:a="http://schemas.openxmlformats.org/drawingml/2006/main">
              <a:ext uri="{FF2B5EF4-FFF2-40B4-BE49-F238E27FC236}">
                <a16:creationId xmlns:a16="http://schemas.microsoft.com/office/drawing/2014/main" id="{947F89A9-ADC9-4E82-ACAC-FC63C89A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880" y="572904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327" name="bond-574">
            <a:extLst xmlns:a="http://schemas.openxmlformats.org/drawingml/2006/main">
              <a:ext uri="{FF2B5EF4-FFF2-40B4-BE49-F238E27FC236}">
                <a16:creationId xmlns:a16="http://schemas.microsoft.com/office/drawing/2014/main" id="{B8DC497B-633D-4516-A9DC-75C0B7AC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701" y="5615452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8" name="bond-575">
            <a:extLst xmlns:a="http://schemas.openxmlformats.org/drawingml/2006/main">
              <a:ext uri="{FF2B5EF4-FFF2-40B4-BE49-F238E27FC236}">
                <a16:creationId xmlns:a16="http://schemas.microsoft.com/office/drawing/2014/main" id="{7422E21F-9E01-4DCC-92CD-D53B919A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907" y="5626334"/>
            <a:ext cx="59722" cy="103156"/>
          </a:xfrm>
          <a:custGeom xmlns:a="http://schemas.openxmlformats.org/drawingml/2006/main">
            <a:pathLst>
              <a:path w="59722" h="103156">
                <a:moveTo>
                  <a:pt x="59722" y="103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9" name="text-O-576">
            <a:extLst xmlns:a="http://schemas.openxmlformats.org/drawingml/2006/main">
              <a:ext uri="{FF2B5EF4-FFF2-40B4-BE49-F238E27FC236}">
                <a16:creationId xmlns:a16="http://schemas.microsoft.com/office/drawing/2014/main" id="{4DEE3610-C7BD-4F75-8C2A-C85C8786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865" y="5522732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30" name="bond-577">
            <a:extLst xmlns:a="http://schemas.openxmlformats.org/drawingml/2006/main">
              <a:ext uri="{FF2B5EF4-FFF2-40B4-BE49-F238E27FC236}">
                <a16:creationId xmlns:a16="http://schemas.microsoft.com/office/drawing/2014/main" id="{D436836B-580E-40C7-8435-7C1B7BB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304" y="5832634"/>
            <a:ext cx="54293" cy="86868"/>
          </a:xfrm>
          <a:custGeom xmlns:a="http://schemas.openxmlformats.org/drawingml/2006/main">
            <a:pathLst>
              <a:path w="54293" h="86868">
                <a:moveTo>
                  <a:pt x="54293" y="0"/>
                </a:moveTo>
                <a:lnTo>
                  <a:pt x="0" y="86868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1" name="text-O⁻-578">
            <a:extLst xmlns:a="http://schemas.openxmlformats.org/drawingml/2006/main">
              <a:ext uri="{FF2B5EF4-FFF2-40B4-BE49-F238E27FC236}">
                <a16:creationId xmlns:a16="http://schemas.microsoft.com/office/drawing/2014/main" id="{B8B7D273-164E-4B37-B5AF-F64393A8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153" y="5902780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332" name="bond-579">
            <a:extLst xmlns:a="http://schemas.openxmlformats.org/drawingml/2006/main">
              <a:ext uri="{FF2B5EF4-FFF2-40B4-BE49-F238E27FC236}">
                <a16:creationId xmlns:a16="http://schemas.microsoft.com/office/drawing/2014/main" id="{7A0C19EC-921F-486C-88C1-0862BCE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517" y="5946648"/>
            <a:ext cx="70580" cy="124873"/>
          </a:xfrm>
          <a:custGeom xmlns:a="http://schemas.openxmlformats.org/drawingml/2006/main">
            <a:pathLst>
              <a:path w="70580" h="124873">
                <a:moveTo>
                  <a:pt x="0" y="0"/>
                </a:moveTo>
                <a:lnTo>
                  <a:pt x="70580" y="12487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3" name="text-N⁺-580">
            <a:extLst xmlns:a="http://schemas.openxmlformats.org/drawingml/2006/main">
              <a:ext uri="{FF2B5EF4-FFF2-40B4-BE49-F238E27FC236}">
                <a16:creationId xmlns:a16="http://schemas.microsoft.com/office/drawing/2014/main" id="{26EE7B97-A53A-4708-9EE0-E5DA8E1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951" y="606565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N⁺</a:t>
            </a:r>
          </a:p>
        </p:txBody>
      </p:sp>
      <p:sp>
        <p:nvSpPr>
          <p:cNvPr id="334" name="bond-581">
            <a:extLst xmlns:a="http://schemas.openxmlformats.org/drawingml/2006/main">
              <a:ext uri="{FF2B5EF4-FFF2-40B4-BE49-F238E27FC236}">
                <a16:creationId xmlns:a16="http://schemas.microsoft.com/office/drawing/2014/main" id="{336FE3E2-9C9E-4CF8-A31F-39A5FE8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94" y="6120384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5" name="bond-582">
            <a:extLst xmlns:a="http://schemas.openxmlformats.org/drawingml/2006/main">
              <a:ext uri="{FF2B5EF4-FFF2-40B4-BE49-F238E27FC236}">
                <a16:creationId xmlns:a16="http://schemas.microsoft.com/office/drawing/2014/main" id="{3A171E72-267E-4C67-B9D3-D1AC92F8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94" y="6098667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6" name="text-O-583">
            <a:extLst xmlns:a="http://schemas.openxmlformats.org/drawingml/2006/main">
              <a:ext uri="{FF2B5EF4-FFF2-40B4-BE49-F238E27FC236}">
                <a16:creationId xmlns:a16="http://schemas.microsoft.com/office/drawing/2014/main" id="{D044374B-316B-4B7E-85F2-04C0C7A7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258" y="606565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37" name="bond-584">
            <a:extLst xmlns:a="http://schemas.openxmlformats.org/drawingml/2006/main">
              <a:ext uri="{FF2B5EF4-FFF2-40B4-BE49-F238E27FC236}">
                <a16:creationId xmlns:a16="http://schemas.microsoft.com/office/drawing/2014/main" id="{2E60AF69-9285-44D0-911F-2F04943B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234" y="6163818"/>
            <a:ext cx="48863" cy="76010"/>
          </a:xfrm>
          <a:custGeom xmlns:a="http://schemas.openxmlformats.org/drawingml/2006/main">
            <a:pathLst>
              <a:path w="48863" h="76010">
                <a:moveTo>
                  <a:pt x="48863" y="0"/>
                </a:moveTo>
                <a:lnTo>
                  <a:pt x="0" y="7601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8" name="text-O⁻-585">
            <a:extLst xmlns:a="http://schemas.openxmlformats.org/drawingml/2006/main">
              <a:ext uri="{FF2B5EF4-FFF2-40B4-BE49-F238E27FC236}">
                <a16:creationId xmlns:a16="http://schemas.microsoft.com/office/drawing/2014/main" id="{372E3F29-10EF-4719-B256-58BB81CA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224" y="6233964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O⁻</a:t>
            </a:r>
          </a:p>
        </p:txBody>
      </p:sp>
      <p:sp>
        <p:nvSpPr>
          <p:cNvPr id="339" name="bond-586">
            <a:extLst xmlns:a="http://schemas.openxmlformats.org/drawingml/2006/main">
              <a:ext uri="{FF2B5EF4-FFF2-40B4-BE49-F238E27FC236}">
                <a16:creationId xmlns:a16="http://schemas.microsoft.com/office/drawing/2014/main" id="{FB40ABB6-89CE-444B-A982-5724D65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43" y="5783770"/>
            <a:ext cx="162878" cy="95"/>
          </a:xfrm>
          <a:custGeom xmlns:a="http://schemas.openxmlformats.org/drawingml/2006/main">
            <a:pathLst>
              <a:path w="162878" h="95">
                <a:moveTo>
                  <a:pt x="0" y="0"/>
                </a:moveTo>
                <a:lnTo>
                  <a:pt x="162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0" name="text-NH-587">
            <a:extLst xmlns:a="http://schemas.openxmlformats.org/drawingml/2006/main">
              <a:ext uri="{FF2B5EF4-FFF2-40B4-BE49-F238E27FC236}">
                <a16:creationId xmlns:a16="http://schemas.microsoft.com/office/drawing/2014/main" id="{695C601A-DB8F-4A7A-BB7C-5D85206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833" y="5734473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</a:t>
            </a:r>
          </a:p>
        </p:txBody>
      </p:sp>
      <p:sp>
        <p:nvSpPr>
          <p:cNvPr id="341" name="bond-588">
            <a:extLst xmlns:a="http://schemas.openxmlformats.org/drawingml/2006/main">
              <a:ext uri="{FF2B5EF4-FFF2-40B4-BE49-F238E27FC236}">
                <a16:creationId xmlns:a16="http://schemas.microsoft.com/office/drawing/2014/main" id="{C2F0B046-9DB4-4229-89DD-F3B14945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413" y="5653469"/>
            <a:ext cx="48863" cy="81439"/>
          </a:xfrm>
          <a:custGeom xmlns:a="http://schemas.openxmlformats.org/drawingml/2006/main">
            <a:pathLst>
              <a:path w="48863" h="81439">
                <a:moveTo>
                  <a:pt x="0" y="81439"/>
                </a:moveTo>
                <a:lnTo>
                  <a:pt x="48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2" name="text-CH-589">
            <a:extLst xmlns:a="http://schemas.openxmlformats.org/drawingml/2006/main">
              <a:ext uri="{FF2B5EF4-FFF2-40B4-BE49-F238E27FC236}">
                <a16:creationId xmlns:a16="http://schemas.microsoft.com/office/drawing/2014/main" id="{CD0E1E7A-D109-4BA4-874C-216B48EC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847" y="5571595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343" name="bond-590">
            <a:extLst xmlns:a="http://schemas.openxmlformats.org/drawingml/2006/main">
              <a:ext uri="{FF2B5EF4-FFF2-40B4-BE49-F238E27FC236}">
                <a16:creationId xmlns:a16="http://schemas.microsoft.com/office/drawing/2014/main" id="{3CDC4CA4-CC71-4806-B389-69DA592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579" y="5626322"/>
            <a:ext cx="81439" cy="95"/>
          </a:xfrm>
          <a:custGeom xmlns:a="http://schemas.openxmlformats.org/drawingml/2006/main">
            <a:pathLst>
              <a:path w="81439" h="95">
                <a:moveTo>
                  <a:pt x="0" y="0"/>
                </a:moveTo>
                <a:lnTo>
                  <a:pt x="81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4" name="bond-591">
            <a:extLst xmlns:a="http://schemas.openxmlformats.org/drawingml/2006/main">
              <a:ext uri="{FF2B5EF4-FFF2-40B4-BE49-F238E27FC236}">
                <a16:creationId xmlns:a16="http://schemas.microsoft.com/office/drawing/2014/main" id="{7BDCC23A-4A75-469A-B45A-3EB52D28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017" y="5506879"/>
            <a:ext cx="76010" cy="119443"/>
          </a:xfrm>
          <a:custGeom xmlns:a="http://schemas.openxmlformats.org/drawingml/2006/main">
            <a:pathLst>
              <a:path w="76010" h="119443">
                <a:moveTo>
                  <a:pt x="0" y="119443"/>
                </a:moveTo>
                <a:lnTo>
                  <a:pt x="7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5" name="text-OH-592">
            <a:extLst xmlns:a="http://schemas.openxmlformats.org/drawingml/2006/main">
              <a:ext uri="{FF2B5EF4-FFF2-40B4-BE49-F238E27FC236}">
                <a16:creationId xmlns:a16="http://schemas.microsoft.com/office/drawing/2014/main" id="{FCDAD065-778F-4467-86BB-1B5D8166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310" y="5414147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346" name="bond-593">
            <a:extLst xmlns:a="http://schemas.openxmlformats.org/drawingml/2006/main">
              <a:ext uri="{FF2B5EF4-FFF2-40B4-BE49-F238E27FC236}">
                <a16:creationId xmlns:a16="http://schemas.microsoft.com/office/drawing/2014/main" id="{47970FDB-BDDB-455C-BA1D-6436DA4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638" y="5631794"/>
            <a:ext cx="76010" cy="130302"/>
          </a:xfrm>
          <a:custGeom xmlns:a="http://schemas.openxmlformats.org/drawingml/2006/main">
            <a:pathLst>
              <a:path w="76010" h="130302">
                <a:moveTo>
                  <a:pt x="0" y="0"/>
                </a:moveTo>
                <a:lnTo>
                  <a:pt x="76010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7" name="bond-594">
            <a:extLst xmlns:a="http://schemas.openxmlformats.org/drawingml/2006/main">
              <a:ext uri="{FF2B5EF4-FFF2-40B4-BE49-F238E27FC236}">
                <a16:creationId xmlns:a16="http://schemas.microsoft.com/office/drawing/2014/main" id="{2CB79287-B430-47E7-A80B-503AA932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97" y="5620851"/>
            <a:ext cx="76009" cy="130302"/>
          </a:xfrm>
          <a:custGeom xmlns:a="http://schemas.openxmlformats.org/drawingml/2006/main">
            <a:pathLst>
              <a:path w="76009" h="130302">
                <a:moveTo>
                  <a:pt x="0" y="0"/>
                </a:moveTo>
                <a:lnTo>
                  <a:pt x="76009" y="130302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8" name="text-O-595">
            <a:extLst xmlns:a="http://schemas.openxmlformats.org/drawingml/2006/main">
              <a:ext uri="{FF2B5EF4-FFF2-40B4-BE49-F238E27FC236}">
                <a16:creationId xmlns:a16="http://schemas.microsoft.com/office/drawing/2014/main" id="{38D676E7-79CC-4D48-99F6-CC37EE4E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64" y="5745331"/>
            <a:ext cx="14116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49" name="stereobond-596">
            <a:extLst xmlns:a="http://schemas.openxmlformats.org/drawingml/2006/main">
              <a:ext uri="{FF2B5EF4-FFF2-40B4-BE49-F238E27FC236}">
                <a16:creationId xmlns:a16="http://schemas.microsoft.com/office/drawing/2014/main" id="{2B2C6CE7-1651-43C7-8F5D-E54CDE0D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259" y="5461120"/>
            <a:ext cx="78023" cy="110910"/>
          </a:xfrm>
          <a:custGeom xmlns:a="http://schemas.openxmlformats.org/drawingml/2006/main">
            <a:pathLst>
              <a:path w="78023" h="110910">
                <a:moveTo>
                  <a:pt x="78023" y="110910"/>
                </a:moveTo>
                <a:lnTo>
                  <a:pt x="47460" y="0"/>
                </a:lnTo>
                <a:lnTo>
                  <a:pt x="0" y="26367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350" name="text-H₃C-597">
            <a:extLst xmlns:a="http://schemas.openxmlformats.org/drawingml/2006/main">
              <a:ext uri="{FF2B5EF4-FFF2-40B4-BE49-F238E27FC236}">
                <a16:creationId xmlns:a16="http://schemas.microsoft.com/office/drawing/2014/main" id="{D45A7FF6-3BD7-48D3-AF1F-C9DB7A27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089" y="5430435"/>
            <a:ext cx="181771" cy="1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351" name="text-L-FDAA–L-Ala (S,S)-598">
            <a:extLst xmlns:a="http://schemas.openxmlformats.org/drawingml/2006/main">
              <a:ext uri="{FF2B5EF4-FFF2-40B4-BE49-F238E27FC236}">
                <a16:creationId xmlns:a16="http://schemas.microsoft.com/office/drawing/2014/main" id="{51F9FF41-FFA2-44C0-8742-0DADB11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705" y="6378165"/>
            <a:ext cx="1737360" cy="10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7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7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L-FDAA–L-Ala (S,S)</a:t>
            </a:r>
          </a:p>
        </p:txBody>
      </p:sp>
    </p:spTree>
    <p:extLst>
      <p:ext uri="{BB962C8B-B14F-4D97-AF65-F5344CB8AC3E}">
        <p14:creationId xmlns:p14="http://schemas.microsoft.com/office/powerpoint/2010/main" val="1363716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2026-10-13T02:28:54.8010000Z</dcterms:created>
  <dcterms:modified xsi:type="dcterms:W3CDTF">2026-10-13T02:28:54.8010000Z</dcterms:modified>
</coreProperties>
</file>