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d175ee18694003" /><Relationship Type="http://schemas.openxmlformats.org/officeDocument/2006/relationships/extended-properties" Target="/docProps/app.xml" Id="Re54e3dcf9ea64107" /><Relationship Type="http://schemas.openxmlformats.org/officeDocument/2006/relationships/officeDocument" Target="/ppt/presentation.xml" Id="R9b7623e0e5444c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ceca986e924ba0"/>
  </p:sldMasterIdLst>
  <p:notesMasterIdLst>
    <p:notesMasterId xmlns:r="http://schemas.openxmlformats.org/officeDocument/2006/relationships" r:id="R4367ee24250f47ea"/>
  </p:notesMasterIdLst>
  <p:sldIdLst>
    <p:sldId xmlns:r="http://schemas.openxmlformats.org/officeDocument/2006/relationships" id="256" r:id="R04d294a879594b59"/>
    <p:sldId xmlns:r="http://schemas.openxmlformats.org/officeDocument/2006/relationships" id="257" r:id="Rcb3813d13cf442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a59a3f04e840bb" /><Relationship Type="http://schemas.openxmlformats.org/officeDocument/2006/relationships/slideMaster" Target="/ppt/slideMasters/slideMaster1.xml" Id="R2ececa986e924ba0" /><Relationship Type="http://schemas.openxmlformats.org/officeDocument/2006/relationships/notesMaster" Target="/ppt/notesMasters/notesMaster1.xml" Id="R4367ee24250f47ea" /><Relationship Type="http://schemas.openxmlformats.org/officeDocument/2006/relationships/presProps" Target="/ppt/presProps.xml" Id="R7f0bf661ad594b80" /><Relationship Type="http://schemas.openxmlformats.org/officeDocument/2006/relationships/tableStyles" Target="/ppt/tableStyles.xml" Id="R0ffd1f4cb1864125" /><Relationship Type="http://schemas.openxmlformats.org/officeDocument/2006/relationships/slide" Target="/ppt/slides/slide1.xml" Id="R04d294a879594b59" /><Relationship Type="http://schemas.openxmlformats.org/officeDocument/2006/relationships/slide" Target="/ppt/slides/slide2.xml" Id="Rcb3813d13cf442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1eeca3f74341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b3282c29504c83" /><Relationship Type="http://schemas.openxmlformats.org/officeDocument/2006/relationships/notesMaster" Target="/ppt/notesMasters/notesMaster1.xml" Id="Rae4a287adbfd41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b94852e827468b" /><Relationship Type="http://schemas.openxmlformats.org/officeDocument/2006/relationships/notesMaster" Target="/ppt/notesMasters/notesMaster1.xml" Id="Re2d6e690b32d4f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08bb41a98a4e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8dd15c9d314f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5db155c39147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707080c554e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a5deba0684b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8dd84583b4d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8CD012-6632-4E68-B077-1A410A39C7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59FBD5-F7AD-4C45-98D3-AE9A5A86BB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1CBA69-6C57-4FB6-8F15-97CE90E208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83A779-5160-4251-A59A-2DA92620B6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CF8ED0-8FF0-418A-B522-1813A7E7CC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1B9C79-B56D-426F-9D2A-9D66A27A98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E7553-1F9D-4366-9790-6E3B5D7602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DA13C3-1BD8-4E0A-9004-F58482068F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E927B8-E70C-4AEF-80F4-697DD0A4B4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1A490D-7718-4A31-A3FB-A872836686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9dccbc3c6d4356" /><Relationship Type="http://schemas.openxmlformats.org/officeDocument/2006/relationships/slideLayout" Target="/ppt/slideLayouts/slideLayout1.xml" Id="R5d1c95df50e347d0" /><Relationship Type="http://schemas.openxmlformats.org/officeDocument/2006/relationships/slideLayout" Target="/ppt/slideLayouts/slideLayout2.xml" Id="R452744fbf1db4bbb" /><Relationship Type="http://schemas.openxmlformats.org/officeDocument/2006/relationships/slideLayout" Target="/ppt/slideLayouts/slideLayout3.xml" Id="R071317114eba4e5b" /><Relationship Type="http://schemas.openxmlformats.org/officeDocument/2006/relationships/slideLayout" Target="/ppt/slideLayouts/slideLayout4.xml" Id="Rd8d3e4d357cd4c72" /><Relationship Type="http://schemas.openxmlformats.org/officeDocument/2006/relationships/slideLayout" Target="/ppt/slideLayouts/slideLayout5.xml" Id="R7d9ec25566a34b21" /><Relationship Type="http://schemas.openxmlformats.org/officeDocument/2006/relationships/slideLayout" Target="/ppt/slideLayouts/slideLayout6.xml" Id="R3183c543c4954f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1c95df50e347d0"/>
    <p:sldLayoutId xmlns:r="http://schemas.openxmlformats.org/officeDocument/2006/relationships" id="2147483650" r:id="R452744fbf1db4bbb"/>
    <p:sldLayoutId xmlns:r="http://schemas.openxmlformats.org/officeDocument/2006/relationships" id="2147483651" r:id="R071317114eba4e5b"/>
    <p:sldLayoutId xmlns:r="http://schemas.openxmlformats.org/officeDocument/2006/relationships" id="2147483652" r:id="Rd8d3e4d357cd4c72"/>
    <p:sldLayoutId xmlns:r="http://schemas.openxmlformats.org/officeDocument/2006/relationships" id="2147483653" r:id="R7d9ec25566a34b21"/>
    <p:sldLayoutId xmlns:r="http://schemas.openxmlformats.org/officeDocument/2006/relationships" id="2147483654" r:id="R3183c543c4954f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93f283cd0b446c" /><Relationship Type="http://schemas.openxmlformats.org/officeDocument/2006/relationships/notesSlide" Target="/ppt/notesSlides/notesSlide1.xml" Id="Re842e98e8bd54d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1cb3b26474d5c" /><Relationship Type="http://schemas.openxmlformats.org/officeDocument/2006/relationships/notesSlide" Target="/ppt/notesSlides/notesSlide2.xml" Id="Rfeb228fe516546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text-Monosaccharides-1">
            <a:extLst xmlns:a="http://schemas.openxmlformats.org/drawingml/2006/main">
              <a:ext uri="{FF2B5EF4-FFF2-40B4-BE49-F238E27FC236}">
                <a16:creationId xmlns:a16="http://schemas.microsoft.com/office/drawing/2014/main" id="{7D01155B-9445-440C-98D1-2FBC74DA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" y="1173175"/>
            <a:ext cx="2133600" cy="156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02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2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02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Monosaccharides</a:t>
            </a:r>
          </a:p>
        </p:txBody>
      </p:sp>
      <p:sp>
        <p:nvSpPr>
          <p:cNvPr id="2" name="text-Reference-based MS/MS schematic-2">
            <a:extLst xmlns:a="http://schemas.openxmlformats.org/drawingml/2006/main">
              <a:ext uri="{FF2B5EF4-FFF2-40B4-BE49-F238E27FC236}">
                <a16:creationId xmlns:a16="http://schemas.microsoft.com/office/drawing/2014/main" id="{2708B1E0-0107-4911-B82B-7B250FFE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343"/>
            <a:ext cx="2533650" cy="141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8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8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98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Reference-based MS/MS schematic</a:t>
            </a:r>
          </a:p>
        </p:txBody>
      </p:sp>
      <p:sp>
        <p:nvSpPr>
          <p:cNvPr id="3" name="text-NAH derivatives-3">
            <a:extLst xmlns:a="http://schemas.openxmlformats.org/drawingml/2006/main">
              <a:ext uri="{FF2B5EF4-FFF2-40B4-BE49-F238E27FC236}">
                <a16:creationId xmlns:a16="http://schemas.microsoft.com/office/drawing/2014/main" id="{CBD895D5-AE8D-4E4B-A511-7A1FEAF7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983" y="1173175"/>
            <a:ext cx="2000250" cy="156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02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2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02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NAH derivatives</a:t>
            </a:r>
          </a:p>
        </p:txBody>
      </p:sp>
      <p:sp>
        <p:nvSpPr>
          <p:cNvPr id="4" name="text-Reference diagnostic ions-4">
            <a:extLst xmlns:a="http://schemas.openxmlformats.org/drawingml/2006/main">
              <a:ext uri="{FF2B5EF4-FFF2-40B4-BE49-F238E27FC236}">
                <a16:creationId xmlns:a16="http://schemas.microsoft.com/office/drawing/2014/main" id="{B2121C9A-18A6-485D-B675-672AEA5F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473" y="1173175"/>
            <a:ext cx="2867025" cy="156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02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2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02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Reference diagnostic ions</a:t>
            </a:r>
          </a:p>
        </p:txBody>
      </p:sp>
      <p:sp>
        <p:nvSpPr>
          <p:cNvPr id="5" name="bond-5">
            <a:extLst xmlns:a="http://schemas.openxmlformats.org/drawingml/2006/main">
              <a:ext uri="{FF2B5EF4-FFF2-40B4-BE49-F238E27FC236}">
                <a16:creationId xmlns:a16="http://schemas.microsoft.com/office/drawing/2014/main" id="{7DC60EF4-86AB-4D33-AC49-3674B1F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8" y="2425065"/>
            <a:ext cx="153353" cy="86678"/>
          </a:xfrm>
          <a:custGeom xmlns:a="http://schemas.openxmlformats.org/drawingml/2006/main">
            <a:pathLst>
              <a:path w="153353" h="86678">
                <a:moveTo>
                  <a:pt x="0" y="0"/>
                </a:moveTo>
                <a:lnTo>
                  <a:pt x="153353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" name="bond-6">
            <a:extLst xmlns:a="http://schemas.openxmlformats.org/drawingml/2006/main">
              <a:ext uri="{FF2B5EF4-FFF2-40B4-BE49-F238E27FC236}">
                <a16:creationId xmlns:a16="http://schemas.microsoft.com/office/drawing/2014/main" id="{1E61FFBC-1B43-4341-AF34-653E96CD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98395"/>
            <a:ext cx="193357" cy="113347"/>
          </a:xfrm>
          <a:custGeom xmlns:a="http://schemas.openxmlformats.org/drawingml/2006/main">
            <a:pathLst>
              <a:path w="193357" h="113347">
                <a:moveTo>
                  <a:pt x="0" y="113347"/>
                </a:moveTo>
                <a:lnTo>
                  <a:pt x="193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" name="bond-7">
            <a:extLst xmlns:a="http://schemas.openxmlformats.org/drawingml/2006/main">
              <a:ext uri="{FF2B5EF4-FFF2-40B4-BE49-F238E27FC236}">
                <a16:creationId xmlns:a16="http://schemas.microsoft.com/office/drawing/2014/main" id="{4048139F-1162-4D9D-AD23-131C625D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" y="2398395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0"/>
                </a:moveTo>
                <a:lnTo>
                  <a:pt x="200025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" name="bond-8">
            <a:extLst xmlns:a="http://schemas.openxmlformats.org/drawingml/2006/main">
              <a:ext uri="{FF2B5EF4-FFF2-40B4-BE49-F238E27FC236}">
                <a16:creationId xmlns:a16="http://schemas.microsoft.com/office/drawing/2014/main" id="{FBD1C763-1913-451C-835D-239FEC35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982" y="2398395"/>
            <a:ext cx="193358" cy="113347"/>
          </a:xfrm>
          <a:custGeom xmlns:a="http://schemas.openxmlformats.org/drawingml/2006/main">
            <a:pathLst>
              <a:path w="193358" h="113347">
                <a:moveTo>
                  <a:pt x="0" y="113347"/>
                </a:moveTo>
                <a:lnTo>
                  <a:pt x="1933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" name="bond-9">
            <a:extLst xmlns:a="http://schemas.openxmlformats.org/drawingml/2006/main">
              <a:ext uri="{FF2B5EF4-FFF2-40B4-BE49-F238E27FC236}">
                <a16:creationId xmlns:a16="http://schemas.microsoft.com/office/drawing/2014/main" id="{4D164C76-AA2B-43F1-81B6-D3CE0243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340" y="2398395"/>
            <a:ext cx="193357" cy="113347"/>
          </a:xfrm>
          <a:custGeom xmlns:a="http://schemas.openxmlformats.org/drawingml/2006/main">
            <a:pathLst>
              <a:path w="193357" h="113347">
                <a:moveTo>
                  <a:pt x="0" y="0"/>
                </a:moveTo>
                <a:lnTo>
                  <a:pt x="193357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" name="bond-10">
            <a:extLst xmlns:a="http://schemas.openxmlformats.org/drawingml/2006/main">
              <a:ext uri="{FF2B5EF4-FFF2-40B4-BE49-F238E27FC236}">
                <a16:creationId xmlns:a16="http://schemas.microsoft.com/office/drawing/2014/main" id="{33CAB38C-3624-41DE-9DF7-8EA5ABD8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" y="2211705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1" name="text-OH-11">
            <a:extLst xmlns:a="http://schemas.openxmlformats.org/drawingml/2006/main">
              <a:ext uri="{FF2B5EF4-FFF2-40B4-BE49-F238E27FC236}">
                <a16:creationId xmlns:a16="http://schemas.microsoft.com/office/drawing/2014/main" id="{78287920-1B9C-470F-9E32-B077A161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" y="210449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2" name="bond-12">
            <a:extLst xmlns:a="http://schemas.openxmlformats.org/drawingml/2006/main">
              <a:ext uri="{FF2B5EF4-FFF2-40B4-BE49-F238E27FC236}">
                <a16:creationId xmlns:a16="http://schemas.microsoft.com/office/drawing/2014/main" id="{C0E65DAE-EAFE-4BFC-A1C9-F7E58187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982" y="2511743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3" name="text-OH-13">
            <a:extLst xmlns:a="http://schemas.openxmlformats.org/drawingml/2006/main">
              <a:ext uri="{FF2B5EF4-FFF2-40B4-BE49-F238E27FC236}">
                <a16:creationId xmlns:a16="http://schemas.microsoft.com/office/drawing/2014/main" id="{05495997-5502-4220-98CA-C36E9EAD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" y="268456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4" name="bond-14">
            <a:extLst xmlns:a="http://schemas.openxmlformats.org/drawingml/2006/main">
              <a:ext uri="{FF2B5EF4-FFF2-40B4-BE49-F238E27FC236}">
                <a16:creationId xmlns:a16="http://schemas.microsoft.com/office/drawing/2014/main" id="{49CE4CAD-A91A-4621-A9E7-177C9E9B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340" y="2211705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" name="text-OH-15">
            <a:extLst xmlns:a="http://schemas.openxmlformats.org/drawingml/2006/main">
              <a:ext uri="{FF2B5EF4-FFF2-40B4-BE49-F238E27FC236}">
                <a16:creationId xmlns:a16="http://schemas.microsoft.com/office/drawing/2014/main" id="{BFD65793-26FB-4ABB-A3D7-45C61AC4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668" y="210449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6" name="bond-16">
            <a:extLst xmlns:a="http://schemas.openxmlformats.org/drawingml/2006/main">
              <a:ext uri="{FF2B5EF4-FFF2-40B4-BE49-F238E27FC236}">
                <a16:creationId xmlns:a16="http://schemas.microsoft.com/office/drawing/2014/main" id="{7A61F87B-CC52-48AC-AE07-E262281F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698" y="2511743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" name="text-OH-17">
            <a:extLst xmlns:a="http://schemas.openxmlformats.org/drawingml/2006/main">
              <a:ext uri="{FF2B5EF4-FFF2-40B4-BE49-F238E27FC236}">
                <a16:creationId xmlns:a16="http://schemas.microsoft.com/office/drawing/2014/main" id="{3B4C481D-9E36-407A-A4F8-77B26D3F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68456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8" name="text-HO-18">
            <a:extLst xmlns:a="http://schemas.openxmlformats.org/drawingml/2006/main">
              <a:ext uri="{FF2B5EF4-FFF2-40B4-BE49-F238E27FC236}">
                <a16:creationId xmlns:a16="http://schemas.microsoft.com/office/drawing/2014/main" id="{E097CF0C-08F3-468B-9B6D-234A55F9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3" y="233785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19" name="bond-19">
            <a:extLst xmlns:a="http://schemas.openxmlformats.org/drawingml/2006/main">
              <a:ext uri="{FF2B5EF4-FFF2-40B4-BE49-F238E27FC236}">
                <a16:creationId xmlns:a16="http://schemas.microsoft.com/office/drawing/2014/main" id="{FB485A37-001C-45DB-AC00-4413A250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698" y="2398395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113347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0" name="bond-20">
            <a:extLst xmlns:a="http://schemas.openxmlformats.org/drawingml/2006/main">
              <a:ext uri="{FF2B5EF4-FFF2-40B4-BE49-F238E27FC236}">
                <a16:creationId xmlns:a16="http://schemas.microsoft.com/office/drawing/2014/main" id="{6683DB38-300A-47D7-85D0-6F350BCD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862" y="2409830"/>
            <a:ext cx="133350" cy="80010"/>
          </a:xfrm>
          <a:custGeom xmlns:a="http://schemas.openxmlformats.org/drawingml/2006/main">
            <a:pathLst>
              <a:path w="133350" h="80010">
                <a:moveTo>
                  <a:pt x="0" y="0"/>
                </a:moveTo>
                <a:lnTo>
                  <a:pt x="133350" y="8001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21" name="bond-21">
            <a:extLst xmlns:a="http://schemas.openxmlformats.org/drawingml/2006/main">
              <a:ext uri="{FF2B5EF4-FFF2-40B4-BE49-F238E27FC236}">
                <a16:creationId xmlns:a16="http://schemas.microsoft.com/office/drawing/2014/main" id="{236E258C-C923-4399-B833-BB33AD5D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583" y="2386960"/>
            <a:ext cx="133350" cy="80010"/>
          </a:xfrm>
          <a:custGeom xmlns:a="http://schemas.openxmlformats.org/drawingml/2006/main">
            <a:pathLst>
              <a:path w="133350" h="80010">
                <a:moveTo>
                  <a:pt x="0" y="0"/>
                </a:moveTo>
                <a:lnTo>
                  <a:pt x="133350" y="8001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22" name="text-O-22">
            <a:extLst xmlns:a="http://schemas.openxmlformats.org/drawingml/2006/main">
              <a:ext uri="{FF2B5EF4-FFF2-40B4-BE49-F238E27FC236}">
                <a16:creationId xmlns:a16="http://schemas.microsoft.com/office/drawing/2014/main" id="{1AEF3AEE-58AF-4407-BD52-07D2DF95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246453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4E4A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4E4AFF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4E4AF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3" name="text-Aldohexose-23">
            <a:extLst xmlns:a="http://schemas.openxmlformats.org/drawingml/2006/main">
              <a:ext uri="{FF2B5EF4-FFF2-40B4-BE49-F238E27FC236}">
                <a16:creationId xmlns:a16="http://schemas.microsoft.com/office/drawing/2014/main" id="{90CF089A-6064-46A1-A88F-CDB5A3C9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43797"/>
            <a:ext cx="14668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Aldohexose</a:t>
            </a:r>
          </a:p>
        </p:txBody>
      </p:sp>
      <p:sp>
        <p:nvSpPr>
          <p:cNvPr id="24" name="bond-24">
            <a:extLst xmlns:a="http://schemas.openxmlformats.org/drawingml/2006/main">
              <a:ext uri="{FF2B5EF4-FFF2-40B4-BE49-F238E27FC236}">
                <a16:creationId xmlns:a16="http://schemas.microsoft.com/office/drawing/2014/main" id="{6DB2ABFA-D0D4-4707-99DE-E092FBE8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473" y="2458402"/>
            <a:ext cx="986790" cy="95"/>
          </a:xfrm>
          <a:custGeom xmlns:a="http://schemas.openxmlformats.org/drawingml/2006/main">
            <a:pathLst>
              <a:path w="986790" h="95">
                <a:moveTo>
                  <a:pt x="0" y="0"/>
                </a:moveTo>
                <a:lnTo>
                  <a:pt x="9867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5" name="bond-25">
            <a:extLst xmlns:a="http://schemas.openxmlformats.org/drawingml/2006/main">
              <a:ext uri="{FF2B5EF4-FFF2-40B4-BE49-F238E27FC236}">
                <a16:creationId xmlns:a16="http://schemas.microsoft.com/office/drawing/2014/main" id="{E11CD113-49CE-4F68-B80C-61D6970D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411730"/>
            <a:ext cx="73343" cy="46672"/>
          </a:xfrm>
          <a:custGeom xmlns:a="http://schemas.openxmlformats.org/drawingml/2006/main">
            <a:pathLst>
              <a:path w="73343" h="46672">
                <a:moveTo>
                  <a:pt x="0" y="0"/>
                </a:moveTo>
                <a:lnTo>
                  <a:pt x="73343" y="4667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6" name="bond-26">
            <a:extLst xmlns:a="http://schemas.openxmlformats.org/drawingml/2006/main">
              <a:ext uri="{FF2B5EF4-FFF2-40B4-BE49-F238E27FC236}">
                <a16:creationId xmlns:a16="http://schemas.microsoft.com/office/drawing/2014/main" id="{2A40F5A1-1A98-42D6-8391-13F25634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458402"/>
            <a:ext cx="73343" cy="46673"/>
          </a:xfrm>
          <a:custGeom xmlns:a="http://schemas.openxmlformats.org/drawingml/2006/main">
            <a:pathLst>
              <a:path w="73343" h="46673">
                <a:moveTo>
                  <a:pt x="0" y="46673"/>
                </a:moveTo>
                <a:lnTo>
                  <a:pt x="733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7" name="text-NAH-27">
            <a:extLst xmlns:a="http://schemas.openxmlformats.org/drawingml/2006/main">
              <a:ext uri="{FF2B5EF4-FFF2-40B4-BE49-F238E27FC236}">
                <a16:creationId xmlns:a16="http://schemas.microsoft.com/office/drawing/2014/main" id="{2044859F-656D-492B-ADE2-07417220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32" y="2254910"/>
            <a:ext cx="210826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NAH</a:t>
            </a:r>
          </a:p>
        </p:txBody>
      </p:sp>
      <p:sp>
        <p:nvSpPr>
          <p:cNvPr id="28" name="text-derivatization-28">
            <a:extLst xmlns:a="http://schemas.openxmlformats.org/drawingml/2006/main">
              <a:ext uri="{FF2B5EF4-FFF2-40B4-BE49-F238E27FC236}">
                <a16:creationId xmlns:a16="http://schemas.microsoft.com/office/drawing/2014/main" id="{A9881E6C-3243-4336-A8CC-E394647A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477" y="2548280"/>
            <a:ext cx="1000125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derivatization</a:t>
            </a:r>
          </a:p>
        </p:txBody>
      </p:sp>
      <p:sp>
        <p:nvSpPr>
          <p:cNvPr id="29" name="bond-29">
            <a:extLst xmlns:a="http://schemas.openxmlformats.org/drawingml/2006/main">
              <a:ext uri="{FF2B5EF4-FFF2-40B4-BE49-F238E27FC236}">
                <a16:creationId xmlns:a16="http://schemas.microsoft.com/office/drawing/2014/main" id="{C48F75B0-B667-40A7-BF95-6598146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1748"/>
            <a:ext cx="160020" cy="86678"/>
          </a:xfrm>
          <a:custGeom xmlns:a="http://schemas.openxmlformats.org/drawingml/2006/main">
            <a:pathLst>
              <a:path w="160020" h="86678">
                <a:moveTo>
                  <a:pt x="0" y="86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0" name="bond-30">
            <a:extLst xmlns:a="http://schemas.openxmlformats.org/drawingml/2006/main">
              <a:ext uri="{FF2B5EF4-FFF2-40B4-BE49-F238E27FC236}">
                <a16:creationId xmlns:a16="http://schemas.microsoft.com/office/drawing/2014/main" id="{74941000-4F03-44AF-A87A-05B7080B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2551748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0"/>
                </a:moveTo>
                <a:lnTo>
                  <a:pt x="200025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1" name="bond-31">
            <a:extLst xmlns:a="http://schemas.openxmlformats.org/drawingml/2006/main">
              <a:ext uri="{FF2B5EF4-FFF2-40B4-BE49-F238E27FC236}">
                <a16:creationId xmlns:a16="http://schemas.microsoft.com/office/drawing/2014/main" id="{F63F5AEB-5AC8-41CB-A5FD-139AD7DF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551748"/>
            <a:ext cx="193358" cy="113347"/>
          </a:xfrm>
          <a:custGeom xmlns:a="http://schemas.openxmlformats.org/drawingml/2006/main">
            <a:pathLst>
              <a:path w="193358" h="113347">
                <a:moveTo>
                  <a:pt x="0" y="113347"/>
                </a:moveTo>
                <a:lnTo>
                  <a:pt x="1933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2" name="bond-32">
            <a:extLst xmlns:a="http://schemas.openxmlformats.org/drawingml/2006/main">
              <a:ext uri="{FF2B5EF4-FFF2-40B4-BE49-F238E27FC236}">
                <a16:creationId xmlns:a16="http://schemas.microsoft.com/office/drawing/2014/main" id="{FD033CC0-1406-4580-A315-C0D2CA7B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703" y="2551748"/>
            <a:ext cx="193358" cy="113347"/>
          </a:xfrm>
          <a:custGeom xmlns:a="http://schemas.openxmlformats.org/drawingml/2006/main">
            <a:pathLst>
              <a:path w="193358" h="113347">
                <a:moveTo>
                  <a:pt x="0" y="0"/>
                </a:moveTo>
                <a:lnTo>
                  <a:pt x="193358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3" name="bond-33">
            <a:extLst xmlns:a="http://schemas.openxmlformats.org/drawingml/2006/main">
              <a:ext uri="{FF2B5EF4-FFF2-40B4-BE49-F238E27FC236}">
                <a16:creationId xmlns:a16="http://schemas.microsoft.com/office/drawing/2014/main" id="{424F90EE-BE94-405C-BE20-5F05E1AA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551748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113347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4" name="text-HO-34">
            <a:extLst xmlns:a="http://schemas.openxmlformats.org/drawingml/2006/main">
              <a:ext uri="{FF2B5EF4-FFF2-40B4-BE49-F238E27FC236}">
                <a16:creationId xmlns:a16="http://schemas.microsoft.com/office/drawing/2014/main" id="{8C34A130-4E28-4D56-A79C-1597FF77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2" y="260455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35" name="bond-35">
            <a:extLst xmlns:a="http://schemas.openxmlformats.org/drawingml/2006/main">
              <a:ext uri="{FF2B5EF4-FFF2-40B4-BE49-F238E27FC236}">
                <a16:creationId xmlns:a16="http://schemas.microsoft.com/office/drawing/2014/main" id="{F86536A8-6BD6-450C-8277-38B54BC5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665095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6" name="text-OH-36">
            <a:extLst xmlns:a="http://schemas.openxmlformats.org/drawingml/2006/main">
              <a:ext uri="{FF2B5EF4-FFF2-40B4-BE49-F238E27FC236}">
                <a16:creationId xmlns:a16="http://schemas.microsoft.com/office/drawing/2014/main" id="{0BBBF31B-00EC-4E6D-B907-91060E5F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83791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37" name="bond-37">
            <a:extLst xmlns:a="http://schemas.openxmlformats.org/drawingml/2006/main">
              <a:ext uri="{FF2B5EF4-FFF2-40B4-BE49-F238E27FC236}">
                <a16:creationId xmlns:a16="http://schemas.microsoft.com/office/drawing/2014/main" id="{A4F41C44-41DC-4D8B-B31E-B312A501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703" y="2365058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38" name="text-OH-38">
            <a:extLst xmlns:a="http://schemas.openxmlformats.org/drawingml/2006/main">
              <a:ext uri="{FF2B5EF4-FFF2-40B4-BE49-F238E27FC236}">
                <a16:creationId xmlns:a16="http://schemas.microsoft.com/office/drawing/2014/main" id="{921B183E-4192-451D-B231-9E55D859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030" y="225784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39" name="bond-39">
            <a:extLst xmlns:a="http://schemas.openxmlformats.org/drawingml/2006/main">
              <a:ext uri="{FF2B5EF4-FFF2-40B4-BE49-F238E27FC236}">
                <a16:creationId xmlns:a16="http://schemas.microsoft.com/office/drawing/2014/main" id="{014C7AAF-D07C-4119-9A9F-D3AD750F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665095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0" name="text-OH-40">
            <a:extLst xmlns:a="http://schemas.openxmlformats.org/drawingml/2006/main">
              <a:ext uri="{FF2B5EF4-FFF2-40B4-BE49-F238E27FC236}">
                <a16:creationId xmlns:a16="http://schemas.microsoft.com/office/drawing/2014/main" id="{2A6592EF-29FD-4472-9F0F-32D5DFB5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387" y="283791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41" name="bond-41">
            <a:extLst xmlns:a="http://schemas.openxmlformats.org/drawingml/2006/main">
              <a:ext uri="{FF2B5EF4-FFF2-40B4-BE49-F238E27FC236}">
                <a16:creationId xmlns:a16="http://schemas.microsoft.com/office/drawing/2014/main" id="{619AF8AC-72C2-42C1-BF09-75D56067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085" y="2365058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42" name="text-OH-42">
            <a:extLst xmlns:a="http://schemas.openxmlformats.org/drawingml/2006/main">
              <a:ext uri="{FF2B5EF4-FFF2-40B4-BE49-F238E27FC236}">
                <a16:creationId xmlns:a16="http://schemas.microsoft.com/office/drawing/2014/main" id="{EFC83BF3-EB30-476E-AA3B-C3B1C77C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413" y="225784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43" name="bond-43">
            <a:extLst xmlns:a="http://schemas.openxmlformats.org/drawingml/2006/main">
              <a:ext uri="{FF2B5EF4-FFF2-40B4-BE49-F238E27FC236}">
                <a16:creationId xmlns:a16="http://schemas.microsoft.com/office/drawing/2014/main" id="{54A2F2D2-C98F-4100-9FCD-AADC6408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085" y="2551748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0"/>
                </a:moveTo>
                <a:lnTo>
                  <a:pt x="200025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44" name="bond-44">
            <a:extLst xmlns:a="http://schemas.openxmlformats.org/drawingml/2006/main">
              <a:ext uri="{FF2B5EF4-FFF2-40B4-BE49-F238E27FC236}">
                <a16:creationId xmlns:a16="http://schemas.microsoft.com/office/drawing/2014/main" id="{3346AAA3-601F-45AD-975D-E34CB096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791" y="2603293"/>
            <a:ext cx="126682" cy="73342"/>
          </a:xfrm>
          <a:custGeom xmlns:a="http://schemas.openxmlformats.org/drawingml/2006/main">
            <a:pathLst>
              <a:path w="126682" h="73342">
                <a:moveTo>
                  <a:pt x="0" y="73342"/>
                </a:moveTo>
                <a:lnTo>
                  <a:pt x="1266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45" name="bond-45">
            <a:extLst xmlns:a="http://schemas.openxmlformats.org/drawingml/2006/main">
              <a:ext uri="{FF2B5EF4-FFF2-40B4-BE49-F238E27FC236}">
                <a16:creationId xmlns:a16="http://schemas.microsoft.com/office/drawing/2014/main" id="{4D0EC6E0-BC46-49F7-8A6F-589E51E4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429" y="2580212"/>
            <a:ext cx="126682" cy="73343"/>
          </a:xfrm>
          <a:custGeom xmlns:a="http://schemas.openxmlformats.org/drawingml/2006/main">
            <a:pathLst>
              <a:path w="126682" h="73343">
                <a:moveTo>
                  <a:pt x="0" y="73343"/>
                </a:moveTo>
                <a:lnTo>
                  <a:pt x="1266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46" name="text-N-46">
            <a:extLst xmlns:a="http://schemas.openxmlformats.org/drawingml/2006/main">
              <a:ext uri="{FF2B5EF4-FFF2-40B4-BE49-F238E27FC236}">
                <a16:creationId xmlns:a16="http://schemas.microsoft.com/office/drawing/2014/main" id="{B1AE948F-C71A-4DC1-963D-23DAE030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123" y="249120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7" name="bond-47">
            <a:extLst xmlns:a="http://schemas.openxmlformats.org/drawingml/2006/main">
              <a:ext uri="{FF2B5EF4-FFF2-40B4-BE49-F238E27FC236}">
                <a16:creationId xmlns:a16="http://schemas.microsoft.com/office/drawing/2014/main" id="{B0023FC3-6CB2-486D-852F-89DE991B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805" y="2591752"/>
            <a:ext cx="100013" cy="53340"/>
          </a:xfrm>
          <a:custGeom xmlns:a="http://schemas.openxmlformats.org/drawingml/2006/main">
            <a:pathLst>
              <a:path w="100013" h="53340">
                <a:moveTo>
                  <a:pt x="0" y="0"/>
                </a:moveTo>
                <a:lnTo>
                  <a:pt x="100013" y="5334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1726"/>
            </a:solidFill>
            <a:prstDash val="solid"/>
          </a:ln>
        </p:spPr>
      </p:sp>
      <p:sp>
        <p:nvSpPr>
          <p:cNvPr id="48" name="text-N-48">
            <a:extLst xmlns:a="http://schemas.openxmlformats.org/drawingml/2006/main">
              <a:ext uri="{FF2B5EF4-FFF2-40B4-BE49-F238E27FC236}">
                <a16:creationId xmlns:a16="http://schemas.microsoft.com/office/drawing/2014/main" id="{CDD651B9-55E8-41CA-B4AC-67BC0C48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148" y="260455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9" name="text-H-49">
            <a:extLst xmlns:a="http://schemas.openxmlformats.org/drawingml/2006/main">
              <a:ext uri="{FF2B5EF4-FFF2-40B4-BE49-F238E27FC236}">
                <a16:creationId xmlns:a16="http://schemas.microsoft.com/office/drawing/2014/main" id="{E9C71B1F-AE92-4A92-A03B-BD47F974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148" y="2726169"/>
            <a:ext cx="173355" cy="104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3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3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50" name="bond-50">
            <a:extLst xmlns:a="http://schemas.openxmlformats.org/drawingml/2006/main">
              <a:ext uri="{FF2B5EF4-FFF2-40B4-BE49-F238E27FC236}">
                <a16:creationId xmlns:a16="http://schemas.microsoft.com/office/drawing/2014/main" id="{41C5C138-15CA-43D2-B8EF-1A72AC1D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165" y="2551748"/>
            <a:ext cx="140018" cy="93345"/>
          </a:xfrm>
          <a:custGeom xmlns:a="http://schemas.openxmlformats.org/drawingml/2006/main">
            <a:pathLst>
              <a:path w="140018" h="93345">
                <a:moveTo>
                  <a:pt x="0" y="93345"/>
                </a:moveTo>
                <a:lnTo>
                  <a:pt x="140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1" name="bond-51">
            <a:extLst xmlns:a="http://schemas.openxmlformats.org/drawingml/2006/main">
              <a:ext uri="{FF2B5EF4-FFF2-40B4-BE49-F238E27FC236}">
                <a16:creationId xmlns:a16="http://schemas.microsoft.com/office/drawing/2014/main" id="{4BCC28E1-5005-4F8C-BE56-C5F777A1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517" y="2385060"/>
            <a:ext cx="95" cy="166688"/>
          </a:xfrm>
          <a:custGeom xmlns:a="http://schemas.openxmlformats.org/drawingml/2006/main">
            <a:pathLst>
              <a:path w="95" h="166688">
                <a:moveTo>
                  <a:pt x="0" y="166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2" name="bond-52">
            <a:extLst xmlns:a="http://schemas.openxmlformats.org/drawingml/2006/main">
              <a:ext uri="{FF2B5EF4-FFF2-40B4-BE49-F238E27FC236}">
                <a16:creationId xmlns:a16="http://schemas.microsoft.com/office/drawing/2014/main" id="{984F414C-D40B-40F2-B7D2-4D81C48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848" y="2385060"/>
            <a:ext cx="95" cy="166688"/>
          </a:xfrm>
          <a:custGeom xmlns:a="http://schemas.openxmlformats.org/drawingml/2006/main">
            <a:pathLst>
              <a:path w="95" h="166688">
                <a:moveTo>
                  <a:pt x="0" y="166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3" name="text-O-53">
            <a:extLst xmlns:a="http://schemas.openxmlformats.org/drawingml/2006/main">
              <a:ext uri="{FF2B5EF4-FFF2-40B4-BE49-F238E27FC236}">
                <a16:creationId xmlns:a16="http://schemas.microsoft.com/office/drawing/2014/main" id="{85E81AE1-3C3E-41CF-AE66-8BDAD5A0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505" y="226451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4" name="bond-54">
            <a:extLst xmlns:a="http://schemas.openxmlformats.org/drawingml/2006/main">
              <a:ext uri="{FF2B5EF4-FFF2-40B4-BE49-F238E27FC236}">
                <a16:creationId xmlns:a16="http://schemas.microsoft.com/office/drawing/2014/main" id="{A33ED90D-A164-4465-A5E1-3B9CC230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3" y="2551748"/>
            <a:ext cx="193357" cy="113347"/>
          </a:xfrm>
          <a:custGeom xmlns:a="http://schemas.openxmlformats.org/drawingml/2006/main">
            <a:pathLst>
              <a:path w="193357" h="113347">
                <a:moveTo>
                  <a:pt x="0" y="0"/>
                </a:moveTo>
                <a:lnTo>
                  <a:pt x="193357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5" name="bond-55">
            <a:extLst xmlns:a="http://schemas.openxmlformats.org/drawingml/2006/main">
              <a:ext uri="{FF2B5EF4-FFF2-40B4-BE49-F238E27FC236}">
                <a16:creationId xmlns:a16="http://schemas.microsoft.com/office/drawing/2014/main" id="{D83379B6-5F34-40C2-BF94-0309DAA9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2551748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113347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6" name="bond-56">
            <a:extLst xmlns:a="http://schemas.openxmlformats.org/drawingml/2006/main">
              <a:ext uri="{FF2B5EF4-FFF2-40B4-BE49-F238E27FC236}">
                <a16:creationId xmlns:a16="http://schemas.microsoft.com/office/drawing/2014/main" id="{7AC1E91D-84F7-4473-BC2C-A2D00540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1871663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113347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7" name="bond-57">
            <a:extLst xmlns:a="http://schemas.openxmlformats.org/drawingml/2006/main">
              <a:ext uri="{FF2B5EF4-FFF2-40B4-BE49-F238E27FC236}">
                <a16:creationId xmlns:a16="http://schemas.microsoft.com/office/drawing/2014/main" id="{CCBAC337-2100-42A8-AD4B-A20BD33A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65" y="1871663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0"/>
                </a:moveTo>
                <a:lnTo>
                  <a:pt x="200025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8" name="bond-58">
            <a:extLst xmlns:a="http://schemas.openxmlformats.org/drawingml/2006/main">
              <a:ext uri="{FF2B5EF4-FFF2-40B4-BE49-F238E27FC236}">
                <a16:creationId xmlns:a16="http://schemas.microsoft.com/office/drawing/2014/main" id="{2B14774E-52D4-40A8-B7AE-0BE69088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590" y="1985010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59" name="bond-59">
            <a:extLst xmlns:a="http://schemas.openxmlformats.org/drawingml/2006/main">
              <a:ext uri="{FF2B5EF4-FFF2-40B4-BE49-F238E27FC236}">
                <a16:creationId xmlns:a16="http://schemas.microsoft.com/office/drawing/2014/main" id="{2B2FD93A-DA1D-4626-9241-3D5D5ECA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65" y="22117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0" name="bond-60">
            <a:extLst xmlns:a="http://schemas.openxmlformats.org/drawingml/2006/main">
              <a:ext uri="{FF2B5EF4-FFF2-40B4-BE49-F238E27FC236}">
                <a16:creationId xmlns:a16="http://schemas.microsoft.com/office/drawing/2014/main" id="{B2531662-9EF6-45CF-A114-AB3E13CF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22117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1" name="bond-61">
            <a:extLst xmlns:a="http://schemas.openxmlformats.org/drawingml/2006/main">
              <a:ext uri="{FF2B5EF4-FFF2-40B4-BE49-F238E27FC236}">
                <a16:creationId xmlns:a16="http://schemas.microsoft.com/office/drawing/2014/main" id="{62A44506-ABFB-43C9-B656-3EC6EF42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1985010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2" name="bond-62">
            <a:extLst xmlns:a="http://schemas.openxmlformats.org/drawingml/2006/main">
              <a:ext uri="{FF2B5EF4-FFF2-40B4-BE49-F238E27FC236}">
                <a16:creationId xmlns:a16="http://schemas.microsoft.com/office/drawing/2014/main" id="{BB24BA96-6E98-4EAF-96E3-657331B5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545" y="1917002"/>
            <a:ext cx="160020" cy="90678"/>
          </a:xfrm>
          <a:custGeom xmlns:a="http://schemas.openxmlformats.org/drawingml/2006/main">
            <a:pathLst>
              <a:path w="160020" h="90678">
                <a:moveTo>
                  <a:pt x="0" y="90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3" name="bond-63">
            <a:extLst xmlns:a="http://schemas.openxmlformats.org/drawingml/2006/main">
              <a:ext uri="{FF2B5EF4-FFF2-40B4-BE49-F238E27FC236}">
                <a16:creationId xmlns:a16="http://schemas.microsoft.com/office/drawing/2014/main" id="{4648D34D-D269-48F1-81DB-C5AE9102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85" y="2007680"/>
            <a:ext cx="95" cy="181356"/>
          </a:xfrm>
          <a:custGeom xmlns:a="http://schemas.openxmlformats.org/drawingml/2006/main">
            <a:pathLst>
              <a:path w="95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4" name="bond-64">
            <a:extLst xmlns:a="http://schemas.openxmlformats.org/drawingml/2006/main">
              <a:ext uri="{FF2B5EF4-FFF2-40B4-BE49-F238E27FC236}">
                <a16:creationId xmlns:a16="http://schemas.microsoft.com/office/drawing/2014/main" id="{A6CF7C92-A46C-4785-8724-33C76647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545" y="2189036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5" name="bond-65">
            <a:extLst xmlns:a="http://schemas.openxmlformats.org/drawingml/2006/main">
              <a:ext uri="{FF2B5EF4-FFF2-40B4-BE49-F238E27FC236}">
                <a16:creationId xmlns:a16="http://schemas.microsoft.com/office/drawing/2014/main" id="{196359F2-C1D4-44FD-A290-538ADD99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590" y="22117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6" name="bond-66">
            <a:extLst xmlns:a="http://schemas.openxmlformats.org/drawingml/2006/main">
              <a:ext uri="{FF2B5EF4-FFF2-40B4-BE49-F238E27FC236}">
                <a16:creationId xmlns:a16="http://schemas.microsoft.com/office/drawing/2014/main" id="{459C4BF0-9630-4C1F-A67C-EC75BA9D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615" y="2325053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7" name="bond-67">
            <a:extLst xmlns:a="http://schemas.openxmlformats.org/drawingml/2006/main">
              <a:ext uri="{FF2B5EF4-FFF2-40B4-BE49-F238E27FC236}">
                <a16:creationId xmlns:a16="http://schemas.microsoft.com/office/drawing/2014/main" id="{832F98FF-5A4F-49E1-82F2-DDBD4509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590" y="2551748"/>
            <a:ext cx="200025" cy="113347"/>
          </a:xfrm>
          <a:custGeom xmlns:a="http://schemas.openxmlformats.org/drawingml/2006/main">
            <a:pathLst>
              <a:path w="200025" h="113347">
                <a:moveTo>
                  <a:pt x="200025" y="0"/>
                </a:moveTo>
                <a:lnTo>
                  <a:pt x="0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8" name="bond-68">
            <a:extLst xmlns:a="http://schemas.openxmlformats.org/drawingml/2006/main">
              <a:ext uri="{FF2B5EF4-FFF2-40B4-BE49-F238E27FC236}">
                <a16:creationId xmlns:a16="http://schemas.microsoft.com/office/drawing/2014/main" id="{32D07CE9-4B17-4F74-82AF-BED6F039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65" y="2551748"/>
            <a:ext cx="200025" cy="113347"/>
          </a:xfrm>
          <a:custGeom xmlns:a="http://schemas.openxmlformats.org/drawingml/2006/main">
            <a:pathLst>
              <a:path w="200025" h="113347">
                <a:moveTo>
                  <a:pt x="200025" y="1133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69" name="bond-69">
            <a:extLst xmlns:a="http://schemas.openxmlformats.org/drawingml/2006/main">
              <a:ext uri="{FF2B5EF4-FFF2-40B4-BE49-F238E27FC236}">
                <a16:creationId xmlns:a16="http://schemas.microsoft.com/office/drawing/2014/main" id="{C88E5226-8FA7-4C38-8001-8FD827CE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65" y="2325053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0" name="bond-70">
            <a:extLst xmlns:a="http://schemas.openxmlformats.org/drawingml/2006/main">
              <a:ext uri="{FF2B5EF4-FFF2-40B4-BE49-F238E27FC236}">
                <a16:creationId xmlns:a16="http://schemas.microsoft.com/office/drawing/2014/main" id="{DB47B381-4884-4005-8158-C3E4A4B6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65" y="22117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1" name="bond-71">
            <a:extLst xmlns:a="http://schemas.openxmlformats.org/drawingml/2006/main">
              <a:ext uri="{FF2B5EF4-FFF2-40B4-BE49-F238E27FC236}">
                <a16:creationId xmlns:a16="http://schemas.microsoft.com/office/drawing/2014/main" id="{9A0556FA-F51C-4ED9-88D1-229265C3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347722"/>
            <a:ext cx="95" cy="181356"/>
          </a:xfrm>
          <a:custGeom xmlns:a="http://schemas.openxmlformats.org/drawingml/2006/main">
            <a:pathLst>
              <a:path w="95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2" name="bond-72">
            <a:extLst xmlns:a="http://schemas.openxmlformats.org/drawingml/2006/main">
              <a:ext uri="{FF2B5EF4-FFF2-40B4-BE49-F238E27FC236}">
                <a16:creationId xmlns:a16="http://schemas.microsoft.com/office/drawing/2014/main" id="{7A8189AF-2F20-4DB2-81B9-62EFA499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70" y="2529078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3" name="bond-73">
            <a:extLst xmlns:a="http://schemas.openxmlformats.org/drawingml/2006/main">
              <a:ext uri="{FF2B5EF4-FFF2-40B4-BE49-F238E27FC236}">
                <a16:creationId xmlns:a16="http://schemas.microsoft.com/office/drawing/2014/main" id="{A541B070-2106-44A1-A332-D21B3FD7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660" y="2458402"/>
            <a:ext cx="986790" cy="95"/>
          </a:xfrm>
          <a:custGeom xmlns:a="http://schemas.openxmlformats.org/drawingml/2006/main">
            <a:pathLst>
              <a:path w="986790" h="95">
                <a:moveTo>
                  <a:pt x="0" y="0"/>
                </a:moveTo>
                <a:lnTo>
                  <a:pt x="9867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4" name="bond-74">
            <a:extLst xmlns:a="http://schemas.openxmlformats.org/drawingml/2006/main">
              <a:ext uri="{FF2B5EF4-FFF2-40B4-BE49-F238E27FC236}">
                <a16:creationId xmlns:a16="http://schemas.microsoft.com/office/drawing/2014/main" id="{90F53B7C-D813-4D45-9487-89285EBE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108" y="2411730"/>
            <a:ext cx="73343" cy="46672"/>
          </a:xfrm>
          <a:custGeom xmlns:a="http://schemas.openxmlformats.org/drawingml/2006/main">
            <a:pathLst>
              <a:path w="73343" h="46672">
                <a:moveTo>
                  <a:pt x="0" y="0"/>
                </a:moveTo>
                <a:lnTo>
                  <a:pt x="73343" y="4667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5" name="bond-75">
            <a:extLst xmlns:a="http://schemas.openxmlformats.org/drawingml/2006/main">
              <a:ext uri="{FF2B5EF4-FFF2-40B4-BE49-F238E27FC236}">
                <a16:creationId xmlns:a16="http://schemas.microsoft.com/office/drawing/2014/main" id="{80F6C4C2-384D-41DB-9EBA-8A42A1B1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108" y="2458402"/>
            <a:ext cx="73343" cy="46673"/>
          </a:xfrm>
          <a:custGeom xmlns:a="http://schemas.openxmlformats.org/drawingml/2006/main">
            <a:pathLst>
              <a:path w="73343" h="46673">
                <a:moveTo>
                  <a:pt x="0" y="46673"/>
                </a:moveTo>
                <a:lnTo>
                  <a:pt x="733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6" name="text-MS/MS-76">
            <a:extLst xmlns:a="http://schemas.openxmlformats.org/drawingml/2006/main">
              <a:ext uri="{FF2B5EF4-FFF2-40B4-BE49-F238E27FC236}">
                <a16:creationId xmlns:a16="http://schemas.microsoft.com/office/drawing/2014/main" id="{BD010031-B321-4C0A-BEE4-BEE6EA04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044" y="2254910"/>
            <a:ext cx="351377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MS/MS</a:t>
            </a:r>
          </a:p>
        </p:txBody>
      </p:sp>
      <p:sp>
        <p:nvSpPr>
          <p:cNvPr id="77" name="text-O-77">
            <a:extLst xmlns:a="http://schemas.openxmlformats.org/drawingml/2006/main">
              <a:ext uri="{FF2B5EF4-FFF2-40B4-BE49-F238E27FC236}">
                <a16:creationId xmlns:a16="http://schemas.microsoft.com/office/drawing/2014/main" id="{F8E13CF7-1173-4F19-88D2-25E012B5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27" y="238452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8" name="bond-78">
            <a:extLst xmlns:a="http://schemas.openxmlformats.org/drawingml/2006/main">
              <a:ext uri="{FF2B5EF4-FFF2-40B4-BE49-F238E27FC236}">
                <a16:creationId xmlns:a16="http://schemas.microsoft.com/office/drawing/2014/main" id="{2324118F-3748-4711-A65E-16061B9C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94" y="2496553"/>
            <a:ext cx="146685" cy="86678"/>
          </a:xfrm>
          <a:custGeom xmlns:a="http://schemas.openxmlformats.org/drawingml/2006/main">
            <a:pathLst>
              <a:path w="146685" h="86678">
                <a:moveTo>
                  <a:pt x="0" y="0"/>
                </a:moveTo>
                <a:lnTo>
                  <a:pt x="146685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79" name="bond-79">
            <a:extLst xmlns:a="http://schemas.openxmlformats.org/drawingml/2006/main">
              <a:ext uri="{FF2B5EF4-FFF2-40B4-BE49-F238E27FC236}">
                <a16:creationId xmlns:a16="http://schemas.microsoft.com/office/drawing/2014/main" id="{9E3ECD54-7AD8-42CA-B15D-F3BE5AE9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261" y="2473592"/>
            <a:ext cx="146685" cy="86677"/>
          </a:xfrm>
          <a:custGeom xmlns:a="http://schemas.openxmlformats.org/drawingml/2006/main">
            <a:pathLst>
              <a:path w="146685" h="86677">
                <a:moveTo>
                  <a:pt x="0" y="0"/>
                </a:moveTo>
                <a:lnTo>
                  <a:pt x="146685" y="8667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0" name="bond-80">
            <a:extLst xmlns:a="http://schemas.openxmlformats.org/drawingml/2006/main">
              <a:ext uri="{FF2B5EF4-FFF2-40B4-BE49-F238E27FC236}">
                <a16:creationId xmlns:a16="http://schemas.microsoft.com/office/drawing/2014/main" id="{DC073E3B-3968-4B56-A3D4-47ACEC54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163" y="2465070"/>
            <a:ext cx="193357" cy="106680"/>
          </a:xfrm>
          <a:custGeom xmlns:a="http://schemas.openxmlformats.org/drawingml/2006/main">
            <a:pathLst>
              <a:path w="193357" h="106680">
                <a:moveTo>
                  <a:pt x="0" y="106680"/>
                </a:moveTo>
                <a:lnTo>
                  <a:pt x="193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1" name="bond-81">
            <a:extLst xmlns:a="http://schemas.openxmlformats.org/drawingml/2006/main">
              <a:ext uri="{FF2B5EF4-FFF2-40B4-BE49-F238E27FC236}">
                <a16:creationId xmlns:a16="http://schemas.microsoft.com/office/drawing/2014/main" id="{235D82E3-52E7-4915-BFA5-8D4E44B8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465070"/>
            <a:ext cx="193357" cy="113348"/>
          </a:xfrm>
          <a:custGeom xmlns:a="http://schemas.openxmlformats.org/drawingml/2006/main">
            <a:pathLst>
              <a:path w="193357" h="113348">
                <a:moveTo>
                  <a:pt x="0" y="0"/>
                </a:moveTo>
                <a:lnTo>
                  <a:pt x="193357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2" name="bond-82">
            <a:extLst xmlns:a="http://schemas.openxmlformats.org/drawingml/2006/main">
              <a:ext uri="{FF2B5EF4-FFF2-40B4-BE49-F238E27FC236}">
                <a16:creationId xmlns:a16="http://schemas.microsoft.com/office/drawing/2014/main" id="{DB0C5809-BE47-4362-870F-FCFAB6B0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78" y="2465070"/>
            <a:ext cx="193358" cy="113348"/>
          </a:xfrm>
          <a:custGeom xmlns:a="http://schemas.openxmlformats.org/drawingml/2006/main">
            <a:pathLst>
              <a:path w="193358" h="113348">
                <a:moveTo>
                  <a:pt x="0" y="113348"/>
                </a:moveTo>
                <a:lnTo>
                  <a:pt x="1933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3" name="bond-83">
            <a:extLst xmlns:a="http://schemas.openxmlformats.org/drawingml/2006/main">
              <a:ext uri="{FF2B5EF4-FFF2-40B4-BE49-F238E27FC236}">
                <a16:creationId xmlns:a16="http://schemas.microsoft.com/office/drawing/2014/main" id="{20B55EDB-0353-4012-974F-0D370F86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235" y="2465070"/>
            <a:ext cx="153352" cy="86678"/>
          </a:xfrm>
          <a:custGeom xmlns:a="http://schemas.openxmlformats.org/drawingml/2006/main">
            <a:pathLst>
              <a:path w="153352" h="86678">
                <a:moveTo>
                  <a:pt x="0" y="0"/>
                </a:moveTo>
                <a:lnTo>
                  <a:pt x="153352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4" name="bond-84">
            <a:extLst xmlns:a="http://schemas.openxmlformats.org/drawingml/2006/main">
              <a:ext uri="{FF2B5EF4-FFF2-40B4-BE49-F238E27FC236}">
                <a16:creationId xmlns:a16="http://schemas.microsoft.com/office/drawing/2014/main" id="{A47C955C-F171-488A-969E-C43C6834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278380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5" name="text-OH-85">
            <a:extLst xmlns:a="http://schemas.openxmlformats.org/drawingml/2006/main">
              <a:ext uri="{FF2B5EF4-FFF2-40B4-BE49-F238E27FC236}">
                <a16:creationId xmlns:a16="http://schemas.microsoft.com/office/drawing/2014/main" id="{EE26FBC7-DB5A-495E-97C6-709945BF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848" y="217116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86" name="bond-86">
            <a:extLst xmlns:a="http://schemas.openxmlformats.org/drawingml/2006/main">
              <a:ext uri="{FF2B5EF4-FFF2-40B4-BE49-F238E27FC236}">
                <a16:creationId xmlns:a16="http://schemas.microsoft.com/office/drawing/2014/main" id="{7978BFF4-8411-4391-993D-6D4940B2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878" y="2578418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87" name="text-OH-87">
            <a:extLst xmlns:a="http://schemas.openxmlformats.org/drawingml/2006/main">
              <a:ext uri="{FF2B5EF4-FFF2-40B4-BE49-F238E27FC236}">
                <a16:creationId xmlns:a16="http://schemas.microsoft.com/office/drawing/2014/main" id="{C1016D72-FD55-4ABD-86D9-E869C0FB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205" y="275123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88" name="text-OH-88">
            <a:extLst xmlns:a="http://schemas.openxmlformats.org/drawingml/2006/main">
              <a:ext uri="{FF2B5EF4-FFF2-40B4-BE49-F238E27FC236}">
                <a16:creationId xmlns:a16="http://schemas.microsoft.com/office/drawing/2014/main" id="{0AC4E097-A32C-4F46-972A-D95B2601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920" y="251787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89" name="text-Na⁺-89">
            <a:extLst xmlns:a="http://schemas.openxmlformats.org/drawingml/2006/main">
              <a:ext uri="{FF2B5EF4-FFF2-40B4-BE49-F238E27FC236}">
                <a16:creationId xmlns:a16="http://schemas.microsoft.com/office/drawing/2014/main" id="{777CF8F4-0BA8-4885-BE1F-00EA5992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859" y="2054885"/>
            <a:ext cx="210826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Na⁺</a:t>
            </a:r>
          </a:p>
        </p:txBody>
      </p:sp>
      <p:sp>
        <p:nvSpPr>
          <p:cNvPr id="90" name="text-m/z 143.0-90">
            <a:extLst xmlns:a="http://schemas.openxmlformats.org/drawingml/2006/main">
              <a:ext uri="{FF2B5EF4-FFF2-40B4-BE49-F238E27FC236}">
                <a16:creationId xmlns:a16="http://schemas.microsoft.com/office/drawing/2014/main" id="{B63A5AFD-951F-4627-9705-1ABD8B32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473" y="3271304"/>
            <a:ext cx="933450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m/z 143.0</a:t>
            </a:r>
          </a:p>
        </p:txBody>
      </p:sp>
      <p:sp>
        <p:nvSpPr>
          <p:cNvPr id="91" name="text-+-91">
            <a:extLst xmlns:a="http://schemas.openxmlformats.org/drawingml/2006/main">
              <a:ext uri="{FF2B5EF4-FFF2-40B4-BE49-F238E27FC236}">
                <a16:creationId xmlns:a16="http://schemas.microsoft.com/office/drawing/2014/main" id="{FDD6A999-AEAA-4E39-A800-BD6E6DD2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9305" y="2460536"/>
            <a:ext cx="173355" cy="20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2" name="bond-92">
            <a:extLst xmlns:a="http://schemas.openxmlformats.org/drawingml/2006/main">
              <a:ext uri="{FF2B5EF4-FFF2-40B4-BE49-F238E27FC236}">
                <a16:creationId xmlns:a16="http://schemas.microsoft.com/office/drawing/2014/main" id="{F9E7CA8B-08B0-456B-BE54-48A43454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16783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3" name="bond-93">
            <a:extLst xmlns:a="http://schemas.openxmlformats.org/drawingml/2006/main">
              <a:ext uri="{FF2B5EF4-FFF2-40B4-BE49-F238E27FC236}">
                <a16:creationId xmlns:a16="http://schemas.microsoft.com/office/drawing/2014/main" id="{7DA06D1F-C66F-4278-B196-C06EBE8A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735" y="16783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4" name="bond-94">
            <a:extLst xmlns:a="http://schemas.openxmlformats.org/drawingml/2006/main">
              <a:ext uri="{FF2B5EF4-FFF2-40B4-BE49-F238E27FC236}">
                <a16:creationId xmlns:a16="http://schemas.microsoft.com/office/drawing/2014/main" id="{A4513277-5490-4F66-90E3-BEDC9CCB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791653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5" name="bond-95">
            <a:extLst xmlns:a="http://schemas.openxmlformats.org/drawingml/2006/main">
              <a:ext uri="{FF2B5EF4-FFF2-40B4-BE49-F238E27FC236}">
                <a16:creationId xmlns:a16="http://schemas.microsoft.com/office/drawing/2014/main" id="{228E5660-7229-4EF4-9C0D-82EC2DA4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735" y="2018347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6" name="bond-96">
            <a:extLst xmlns:a="http://schemas.openxmlformats.org/drawingml/2006/main">
              <a:ext uri="{FF2B5EF4-FFF2-40B4-BE49-F238E27FC236}">
                <a16:creationId xmlns:a16="http://schemas.microsoft.com/office/drawing/2014/main" id="{ECFA2109-F97A-467A-9B21-5CCCFAD0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2018347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7" name="bond-97">
            <a:extLst xmlns:a="http://schemas.openxmlformats.org/drawingml/2006/main">
              <a:ext uri="{FF2B5EF4-FFF2-40B4-BE49-F238E27FC236}">
                <a16:creationId xmlns:a16="http://schemas.microsoft.com/office/drawing/2014/main" id="{E30D9F91-5065-4DC7-BB2F-1588810B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1791653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8" name="bond-98">
            <a:extLst xmlns:a="http://schemas.openxmlformats.org/drawingml/2006/main">
              <a:ext uri="{FF2B5EF4-FFF2-40B4-BE49-F238E27FC236}">
                <a16:creationId xmlns:a16="http://schemas.microsoft.com/office/drawing/2014/main" id="{266EDFC8-1306-4D86-B09F-6C065FBE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715" y="1723644"/>
            <a:ext cx="160020" cy="90678"/>
          </a:xfrm>
          <a:custGeom xmlns:a="http://schemas.openxmlformats.org/drawingml/2006/main">
            <a:pathLst>
              <a:path w="160020" h="90678">
                <a:moveTo>
                  <a:pt x="0" y="90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99" name="bond-99">
            <a:extLst xmlns:a="http://schemas.openxmlformats.org/drawingml/2006/main">
              <a:ext uri="{FF2B5EF4-FFF2-40B4-BE49-F238E27FC236}">
                <a16:creationId xmlns:a16="http://schemas.microsoft.com/office/drawing/2014/main" id="{73B5FF14-D827-4D76-B294-BFDA55AD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715" y="1995678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0" name="bond-100">
            <a:extLst xmlns:a="http://schemas.openxmlformats.org/drawingml/2006/main">
              <a:ext uri="{FF2B5EF4-FFF2-40B4-BE49-F238E27FC236}">
                <a16:creationId xmlns:a16="http://schemas.microsoft.com/office/drawing/2014/main" id="{B11E5E40-0992-41A7-B59D-7F954572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6783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1" name="bond-101">
            <a:extLst xmlns:a="http://schemas.openxmlformats.org/drawingml/2006/main">
              <a:ext uri="{FF2B5EF4-FFF2-40B4-BE49-F238E27FC236}">
                <a16:creationId xmlns:a16="http://schemas.microsoft.com/office/drawing/2014/main" id="{912994F8-7437-4659-A53A-14C349CF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785" y="167830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2" name="bond-102">
            <a:extLst xmlns:a="http://schemas.openxmlformats.org/drawingml/2006/main">
              <a:ext uri="{FF2B5EF4-FFF2-40B4-BE49-F238E27FC236}">
                <a16:creationId xmlns:a16="http://schemas.microsoft.com/office/drawing/2014/main" id="{696EC083-8DDB-4F3D-A58F-40B0B0CD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810" y="1791653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3" name="bond-103">
            <a:extLst xmlns:a="http://schemas.openxmlformats.org/drawingml/2006/main">
              <a:ext uri="{FF2B5EF4-FFF2-40B4-BE49-F238E27FC236}">
                <a16:creationId xmlns:a16="http://schemas.microsoft.com/office/drawing/2014/main" id="{DE88AE11-0120-4E4F-9A26-E6997B20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785" y="2018347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4" name="bond-104">
            <a:extLst xmlns:a="http://schemas.openxmlformats.org/drawingml/2006/main">
              <a:ext uri="{FF2B5EF4-FFF2-40B4-BE49-F238E27FC236}">
                <a16:creationId xmlns:a16="http://schemas.microsoft.com/office/drawing/2014/main" id="{33103ABE-7D6D-467C-B742-8916F3CC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018347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5" name="bond-105">
            <a:extLst xmlns:a="http://schemas.openxmlformats.org/drawingml/2006/main">
              <a:ext uri="{FF2B5EF4-FFF2-40B4-BE49-F238E27FC236}">
                <a16:creationId xmlns:a16="http://schemas.microsoft.com/office/drawing/2014/main" id="{BA69F1B2-8FEC-469E-AFB9-5A76A500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791653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6" name="bond-106">
            <a:extLst xmlns:a="http://schemas.openxmlformats.org/drawingml/2006/main">
              <a:ext uri="{FF2B5EF4-FFF2-40B4-BE49-F238E27FC236}">
                <a16:creationId xmlns:a16="http://schemas.microsoft.com/office/drawing/2014/main" id="{2D5D5897-B6F9-41D4-BD66-91A578E9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765" y="1723644"/>
            <a:ext cx="160020" cy="90678"/>
          </a:xfrm>
          <a:custGeom xmlns:a="http://schemas.openxmlformats.org/drawingml/2006/main">
            <a:pathLst>
              <a:path w="160020" h="90678">
                <a:moveTo>
                  <a:pt x="0" y="90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7" name="bond-107">
            <a:extLst xmlns:a="http://schemas.openxmlformats.org/drawingml/2006/main">
              <a:ext uri="{FF2B5EF4-FFF2-40B4-BE49-F238E27FC236}">
                <a16:creationId xmlns:a16="http://schemas.microsoft.com/office/drawing/2014/main" id="{A5B33F5B-A027-4E13-9B88-92BCCDD8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805" y="1814322"/>
            <a:ext cx="95" cy="181356"/>
          </a:xfrm>
          <a:custGeom xmlns:a="http://schemas.openxmlformats.org/drawingml/2006/main">
            <a:pathLst>
              <a:path w="95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8" name="bond-108">
            <a:extLst xmlns:a="http://schemas.openxmlformats.org/drawingml/2006/main">
              <a:ext uri="{FF2B5EF4-FFF2-40B4-BE49-F238E27FC236}">
                <a16:creationId xmlns:a16="http://schemas.microsoft.com/office/drawing/2014/main" id="{488A4FC0-1277-4C79-9A5F-5486BE31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765" y="1995678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09" name="bond-109">
            <a:extLst xmlns:a="http://schemas.openxmlformats.org/drawingml/2006/main">
              <a:ext uri="{FF2B5EF4-FFF2-40B4-BE49-F238E27FC236}">
                <a16:creationId xmlns:a16="http://schemas.microsoft.com/office/drawing/2014/main" id="{6D0B7B71-1831-4DC7-B5F4-2DCB5506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735" y="2131695"/>
            <a:ext cx="95" cy="220027"/>
          </a:xfrm>
          <a:custGeom xmlns:a="http://schemas.openxmlformats.org/drawingml/2006/main">
            <a:pathLst>
              <a:path w="95" h="220027">
                <a:moveTo>
                  <a:pt x="0" y="0"/>
                </a:moveTo>
                <a:lnTo>
                  <a:pt x="0" y="22002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10" name="bond-110">
            <a:extLst xmlns:a="http://schemas.openxmlformats.org/drawingml/2006/main">
              <a:ext uri="{FF2B5EF4-FFF2-40B4-BE49-F238E27FC236}">
                <a16:creationId xmlns:a16="http://schemas.microsoft.com/office/drawing/2014/main" id="{AF621390-1582-411B-97CD-85602E7C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735" y="2351723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0"/>
                </a:moveTo>
                <a:lnTo>
                  <a:pt x="200025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11" name="bond-111">
            <a:extLst xmlns:a="http://schemas.openxmlformats.org/drawingml/2006/main">
              <a:ext uri="{FF2B5EF4-FFF2-40B4-BE49-F238E27FC236}">
                <a16:creationId xmlns:a16="http://schemas.microsoft.com/office/drawing/2014/main" id="{EBE3811F-F546-4761-88D3-380FDFDE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9376" y="2396638"/>
            <a:ext cx="140018" cy="80010"/>
          </a:xfrm>
          <a:custGeom xmlns:a="http://schemas.openxmlformats.org/drawingml/2006/main">
            <a:pathLst>
              <a:path w="140018" h="80010">
                <a:moveTo>
                  <a:pt x="0" y="80010"/>
                </a:moveTo>
                <a:lnTo>
                  <a:pt x="140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12" name="bond-112">
            <a:extLst xmlns:a="http://schemas.openxmlformats.org/drawingml/2006/main">
              <a:ext uri="{FF2B5EF4-FFF2-40B4-BE49-F238E27FC236}">
                <a16:creationId xmlns:a16="http://schemas.microsoft.com/office/drawing/2014/main" id="{78B1A1D4-52B7-4CD7-918A-3969D817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144" y="2373482"/>
            <a:ext cx="140018" cy="80010"/>
          </a:xfrm>
          <a:custGeom xmlns:a="http://schemas.openxmlformats.org/drawingml/2006/main">
            <a:pathLst>
              <a:path w="140018" h="80010">
                <a:moveTo>
                  <a:pt x="0" y="80010"/>
                </a:moveTo>
                <a:lnTo>
                  <a:pt x="140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13" name="text-O-113">
            <a:extLst xmlns:a="http://schemas.openxmlformats.org/drawingml/2006/main">
              <a:ext uri="{FF2B5EF4-FFF2-40B4-BE49-F238E27FC236}">
                <a16:creationId xmlns:a16="http://schemas.microsoft.com/office/drawing/2014/main" id="{64A10A55-6A07-4A17-AE93-730A1217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440" y="227784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14" name="bond-114">
            <a:extLst xmlns:a="http://schemas.openxmlformats.org/drawingml/2006/main">
              <a:ext uri="{FF2B5EF4-FFF2-40B4-BE49-F238E27FC236}">
                <a16:creationId xmlns:a16="http://schemas.microsoft.com/office/drawing/2014/main" id="{88F49E9F-A66E-4F2F-9551-626FD3C4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465070"/>
            <a:ext cx="95" cy="173355"/>
          </a:xfrm>
          <a:custGeom xmlns:a="http://schemas.openxmlformats.org/drawingml/2006/main">
            <a:pathLst>
              <a:path w="95" h="173355">
                <a:moveTo>
                  <a:pt x="0" y="0"/>
                </a:moveTo>
                <a:lnTo>
                  <a:pt x="0" y="17335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1726"/>
            </a:solidFill>
            <a:prstDash val="solid"/>
          </a:ln>
        </p:spPr>
      </p:sp>
      <p:sp>
        <p:nvSpPr>
          <p:cNvPr id="115" name="text-HN-115">
            <a:extLst xmlns:a="http://schemas.openxmlformats.org/drawingml/2006/main">
              <a:ext uri="{FF2B5EF4-FFF2-40B4-BE49-F238E27FC236}">
                <a16:creationId xmlns:a16="http://schemas.microsoft.com/office/drawing/2014/main" id="{10FB4FFE-CB26-4058-AA3D-87F77C17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6078" y="263122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HN</a:t>
            </a:r>
          </a:p>
        </p:txBody>
      </p:sp>
      <p:sp>
        <p:nvSpPr>
          <p:cNvPr id="116" name="bond-116">
            <a:extLst xmlns:a="http://schemas.openxmlformats.org/drawingml/2006/main">
              <a:ext uri="{FF2B5EF4-FFF2-40B4-BE49-F238E27FC236}">
                <a16:creationId xmlns:a16="http://schemas.microsoft.com/office/drawing/2014/main" id="{32DF8371-220B-47A0-ABAB-897F2D66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097" y="2725102"/>
            <a:ext cx="100013" cy="53340"/>
          </a:xfrm>
          <a:custGeom xmlns:a="http://schemas.openxmlformats.org/drawingml/2006/main">
            <a:pathLst>
              <a:path w="100013" h="53340">
                <a:moveTo>
                  <a:pt x="0" y="0"/>
                </a:moveTo>
                <a:lnTo>
                  <a:pt x="100013" y="5334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1726"/>
            </a:solidFill>
            <a:prstDash val="solid"/>
          </a:ln>
        </p:spPr>
      </p:sp>
      <p:sp>
        <p:nvSpPr>
          <p:cNvPr id="117" name="text-N-117">
            <a:extLst xmlns:a="http://schemas.openxmlformats.org/drawingml/2006/main">
              <a:ext uri="{FF2B5EF4-FFF2-40B4-BE49-F238E27FC236}">
                <a16:creationId xmlns:a16="http://schemas.microsoft.com/office/drawing/2014/main" id="{E8E47065-654A-40BD-A3B0-7B40728F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440" y="274457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18" name="bond-118">
            <a:extLst xmlns:a="http://schemas.openxmlformats.org/drawingml/2006/main">
              <a:ext uri="{FF2B5EF4-FFF2-40B4-BE49-F238E27FC236}">
                <a16:creationId xmlns:a16="http://schemas.microsoft.com/office/drawing/2014/main" id="{A992C043-6185-4284-9E02-A0ABA344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2783" y="2871788"/>
            <a:ext cx="95" cy="153352"/>
          </a:xfrm>
          <a:custGeom xmlns:a="http://schemas.openxmlformats.org/drawingml/2006/main">
            <a:pathLst>
              <a:path w="95" h="153352">
                <a:moveTo>
                  <a:pt x="0" y="0"/>
                </a:moveTo>
                <a:lnTo>
                  <a:pt x="0" y="15335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119" name="bond-119">
            <a:extLst xmlns:a="http://schemas.openxmlformats.org/drawingml/2006/main">
              <a:ext uri="{FF2B5EF4-FFF2-40B4-BE49-F238E27FC236}">
                <a16:creationId xmlns:a16="http://schemas.microsoft.com/office/drawing/2014/main" id="{525BFD1C-F557-4569-9052-F04AF782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453" y="2871788"/>
            <a:ext cx="95" cy="153352"/>
          </a:xfrm>
          <a:custGeom xmlns:a="http://schemas.openxmlformats.org/drawingml/2006/main">
            <a:pathLst>
              <a:path w="95" h="153352">
                <a:moveTo>
                  <a:pt x="0" y="0"/>
                </a:moveTo>
                <a:lnTo>
                  <a:pt x="0" y="15335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120" name="bond-120">
            <a:extLst xmlns:a="http://schemas.openxmlformats.org/drawingml/2006/main">
              <a:ext uri="{FF2B5EF4-FFF2-40B4-BE49-F238E27FC236}">
                <a16:creationId xmlns:a16="http://schemas.microsoft.com/office/drawing/2014/main" id="{5532FED9-3760-490D-B654-A6130D05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6117" y="3025140"/>
            <a:ext cx="106680" cy="60008"/>
          </a:xfrm>
          <a:custGeom xmlns:a="http://schemas.openxmlformats.org/drawingml/2006/main">
            <a:pathLst>
              <a:path w="106680" h="60008">
                <a:moveTo>
                  <a:pt x="0" y="0"/>
                </a:moveTo>
                <a:lnTo>
                  <a:pt x="106680" y="6000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4E4AFF"/>
            </a:solidFill>
            <a:prstDash val="solid"/>
          </a:ln>
        </p:spPr>
      </p:sp>
      <p:sp>
        <p:nvSpPr>
          <p:cNvPr id="121" name="bond-121">
            <a:extLst xmlns:a="http://schemas.openxmlformats.org/drawingml/2006/main">
              <a:ext uri="{FF2B5EF4-FFF2-40B4-BE49-F238E27FC236}">
                <a16:creationId xmlns:a16="http://schemas.microsoft.com/office/drawing/2014/main" id="{73E48CF8-15BE-480E-9BDD-D5856AA6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797" y="3085148"/>
            <a:ext cx="86678" cy="53340"/>
          </a:xfrm>
          <a:custGeom xmlns:a="http://schemas.openxmlformats.org/drawingml/2006/main">
            <a:pathLst>
              <a:path w="86678" h="53340">
                <a:moveTo>
                  <a:pt x="0" y="0"/>
                </a:moveTo>
                <a:lnTo>
                  <a:pt x="86678" y="5334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22" name="bond-122">
            <a:extLst xmlns:a="http://schemas.openxmlformats.org/drawingml/2006/main">
              <a:ext uri="{FF2B5EF4-FFF2-40B4-BE49-F238E27FC236}">
                <a16:creationId xmlns:a16="http://schemas.microsoft.com/office/drawing/2014/main" id="{19F9E984-FF68-4F1D-825B-D8A80E23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138488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23" name="text-OH-123">
            <a:extLst xmlns:a="http://schemas.openxmlformats.org/drawingml/2006/main">
              <a:ext uri="{FF2B5EF4-FFF2-40B4-BE49-F238E27FC236}">
                <a16:creationId xmlns:a16="http://schemas.microsoft.com/office/drawing/2014/main" id="{5D973110-DF2A-4730-8C2C-C0E2A354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803" y="331130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24" name="text-Na⁺-124">
            <a:extLst xmlns:a="http://schemas.openxmlformats.org/drawingml/2006/main">
              <a:ext uri="{FF2B5EF4-FFF2-40B4-BE49-F238E27FC236}">
                <a16:creationId xmlns:a16="http://schemas.microsoft.com/office/drawing/2014/main" id="{C0402772-DA5A-4658-AA4A-352020B7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074" y="1488148"/>
            <a:ext cx="210826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Na⁺</a:t>
            </a:r>
          </a:p>
        </p:txBody>
      </p:sp>
      <p:sp>
        <p:nvSpPr>
          <p:cNvPr id="125" name="text-m/z 265.1-125">
            <a:extLst xmlns:a="http://schemas.openxmlformats.org/drawingml/2006/main">
              <a:ext uri="{FF2B5EF4-FFF2-40B4-BE49-F238E27FC236}">
                <a16:creationId xmlns:a16="http://schemas.microsoft.com/office/drawing/2014/main" id="{0B9E9F63-9C64-4A17-B1C4-3A5CF0ED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2703" y="3271304"/>
            <a:ext cx="933450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m/z 265.1</a:t>
            </a:r>
          </a:p>
        </p:txBody>
      </p:sp>
      <p:sp>
        <p:nvSpPr>
          <p:cNvPr id="126" name="bond-126">
            <a:extLst xmlns:a="http://schemas.openxmlformats.org/drawingml/2006/main">
              <a:ext uri="{FF2B5EF4-FFF2-40B4-BE49-F238E27FC236}">
                <a16:creationId xmlns:a16="http://schemas.microsoft.com/office/drawing/2014/main" id="{5D6805CD-706F-48F8-9E5C-7A0207BB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85335"/>
            <a:ext cx="153352" cy="86677"/>
          </a:xfrm>
          <a:custGeom xmlns:a="http://schemas.openxmlformats.org/drawingml/2006/main">
            <a:pathLst>
              <a:path w="153352" h="86677">
                <a:moveTo>
                  <a:pt x="0" y="0"/>
                </a:moveTo>
                <a:lnTo>
                  <a:pt x="153352" y="8667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27" name="bond-127">
            <a:extLst xmlns:a="http://schemas.openxmlformats.org/drawingml/2006/main">
              <a:ext uri="{FF2B5EF4-FFF2-40B4-BE49-F238E27FC236}">
                <a16:creationId xmlns:a16="http://schemas.microsoft.com/office/drawing/2014/main" id="{6B0A4CBD-95AC-476B-90D6-355D439E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8" y="4558665"/>
            <a:ext cx="193357" cy="113347"/>
          </a:xfrm>
          <a:custGeom xmlns:a="http://schemas.openxmlformats.org/drawingml/2006/main">
            <a:pathLst>
              <a:path w="193357" h="113347">
                <a:moveTo>
                  <a:pt x="0" y="113347"/>
                </a:moveTo>
                <a:lnTo>
                  <a:pt x="193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28" name="bond-128">
            <a:extLst xmlns:a="http://schemas.openxmlformats.org/drawingml/2006/main">
              <a:ext uri="{FF2B5EF4-FFF2-40B4-BE49-F238E27FC236}">
                <a16:creationId xmlns:a16="http://schemas.microsoft.com/office/drawing/2014/main" id="{B57FA3C4-0BB3-4FED-8F15-C60E6133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" y="4558665"/>
            <a:ext cx="193358" cy="113347"/>
          </a:xfrm>
          <a:custGeom xmlns:a="http://schemas.openxmlformats.org/drawingml/2006/main">
            <a:pathLst>
              <a:path w="193358" h="113347">
                <a:moveTo>
                  <a:pt x="0" y="0"/>
                </a:moveTo>
                <a:lnTo>
                  <a:pt x="193358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29" name="bond-129">
            <a:extLst xmlns:a="http://schemas.openxmlformats.org/drawingml/2006/main">
              <a:ext uri="{FF2B5EF4-FFF2-40B4-BE49-F238E27FC236}">
                <a16:creationId xmlns:a16="http://schemas.microsoft.com/office/drawing/2014/main" id="{0EE0A72A-F217-4FB6-ADCF-82291DD4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43" y="4558665"/>
            <a:ext cx="200025" cy="113347"/>
          </a:xfrm>
          <a:custGeom xmlns:a="http://schemas.openxmlformats.org/drawingml/2006/main">
            <a:pathLst>
              <a:path w="200025" h="113347">
                <a:moveTo>
                  <a:pt x="0" y="113347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30" name="text-HO-130">
            <a:extLst xmlns:a="http://schemas.openxmlformats.org/drawingml/2006/main">
              <a:ext uri="{FF2B5EF4-FFF2-40B4-BE49-F238E27FC236}">
                <a16:creationId xmlns:a16="http://schemas.microsoft.com/office/drawing/2014/main" id="{BB0EAA3D-4E25-4C40-B220-E04F26E3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" y="448478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131" name="bond-131">
            <a:extLst xmlns:a="http://schemas.openxmlformats.org/drawingml/2006/main">
              <a:ext uri="{FF2B5EF4-FFF2-40B4-BE49-F238E27FC236}">
                <a16:creationId xmlns:a16="http://schemas.microsoft.com/office/drawing/2014/main" id="{E1474D22-2166-478D-B7C1-EBD6193A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" y="4371975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32" name="text-OH-132">
            <a:extLst xmlns:a="http://schemas.openxmlformats.org/drawingml/2006/main">
              <a:ext uri="{FF2B5EF4-FFF2-40B4-BE49-F238E27FC236}">
                <a16:creationId xmlns:a16="http://schemas.microsoft.com/office/drawing/2014/main" id="{FEA99C20-60EE-48B1-A2A8-18C1C0A9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426476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33" name="bond-133">
            <a:extLst xmlns:a="http://schemas.openxmlformats.org/drawingml/2006/main">
              <a:ext uri="{FF2B5EF4-FFF2-40B4-BE49-F238E27FC236}">
                <a16:creationId xmlns:a16="http://schemas.microsoft.com/office/drawing/2014/main" id="{B53D84A5-AFD0-4F6B-9FBB-7E0FFBA5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43" y="4672012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34" name="text-OH-134">
            <a:extLst xmlns:a="http://schemas.openxmlformats.org/drawingml/2006/main">
              <a:ext uri="{FF2B5EF4-FFF2-40B4-BE49-F238E27FC236}">
                <a16:creationId xmlns:a16="http://schemas.microsoft.com/office/drawing/2014/main" id="{FE99BC5A-45C5-4329-AA99-E6B40E79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" y="484483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35" name="bond-135">
            <a:extLst xmlns:a="http://schemas.openxmlformats.org/drawingml/2006/main">
              <a:ext uri="{FF2B5EF4-FFF2-40B4-BE49-F238E27FC236}">
                <a16:creationId xmlns:a16="http://schemas.microsoft.com/office/drawing/2014/main" id="{305C2F29-6BF4-4A36-933B-B6FC07CF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668" y="4371975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36" name="text-OH-136">
            <a:extLst xmlns:a="http://schemas.openxmlformats.org/drawingml/2006/main">
              <a:ext uri="{FF2B5EF4-FFF2-40B4-BE49-F238E27FC236}">
                <a16:creationId xmlns:a16="http://schemas.microsoft.com/office/drawing/2014/main" id="{033C18DE-AAC6-4F85-BBA0-3F717247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5" y="426476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37" name="bond-137">
            <a:extLst xmlns:a="http://schemas.openxmlformats.org/drawingml/2006/main">
              <a:ext uri="{FF2B5EF4-FFF2-40B4-BE49-F238E27FC236}">
                <a16:creationId xmlns:a16="http://schemas.microsoft.com/office/drawing/2014/main" id="{4238CFDF-C0E7-4A08-ACD1-BBBD4CE0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668" y="4558665"/>
            <a:ext cx="193358" cy="113347"/>
          </a:xfrm>
          <a:custGeom xmlns:a="http://schemas.openxmlformats.org/drawingml/2006/main">
            <a:pathLst>
              <a:path w="193358" h="113347">
                <a:moveTo>
                  <a:pt x="0" y="0"/>
                </a:moveTo>
                <a:lnTo>
                  <a:pt x="193358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138" name="bond-138">
            <a:extLst xmlns:a="http://schemas.openxmlformats.org/drawingml/2006/main">
              <a:ext uri="{FF2B5EF4-FFF2-40B4-BE49-F238E27FC236}">
                <a16:creationId xmlns:a16="http://schemas.microsoft.com/office/drawing/2014/main" id="{6434A2E4-C77A-407F-B998-BBAE68C4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672012"/>
            <a:ext cx="95" cy="180023"/>
          </a:xfrm>
          <a:custGeom xmlns:a="http://schemas.openxmlformats.org/drawingml/2006/main">
            <a:pathLst>
              <a:path w="95" h="180023">
                <a:moveTo>
                  <a:pt x="0" y="0"/>
                </a:moveTo>
                <a:lnTo>
                  <a:pt x="0" y="180023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139" name="text-O-139">
            <a:extLst xmlns:a="http://schemas.openxmlformats.org/drawingml/2006/main">
              <a:ext uri="{FF2B5EF4-FFF2-40B4-BE49-F238E27FC236}">
                <a16:creationId xmlns:a16="http://schemas.microsoft.com/office/drawing/2014/main" id="{5953FEAA-5F56-40ED-BA09-8D4C7134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015" y="483816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20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20B4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20B4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40" name="bond-140">
            <a:extLst xmlns:a="http://schemas.openxmlformats.org/drawingml/2006/main">
              <a:ext uri="{FF2B5EF4-FFF2-40B4-BE49-F238E27FC236}">
                <a16:creationId xmlns:a16="http://schemas.microsoft.com/office/drawing/2014/main" id="{DF353DF1-C432-4140-A961-F988E232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612005"/>
            <a:ext cx="106680" cy="60007"/>
          </a:xfrm>
          <a:custGeom xmlns:a="http://schemas.openxmlformats.org/drawingml/2006/main">
            <a:pathLst>
              <a:path w="106680" h="60007">
                <a:moveTo>
                  <a:pt x="0" y="60007"/>
                </a:moveTo>
                <a:lnTo>
                  <a:pt x="1066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141" name="bond-141">
            <a:extLst xmlns:a="http://schemas.openxmlformats.org/drawingml/2006/main">
              <a:ext uri="{FF2B5EF4-FFF2-40B4-BE49-F238E27FC236}">
                <a16:creationId xmlns:a16="http://schemas.microsoft.com/office/drawing/2014/main" id="{B5F559C8-5BA3-4751-9FA7-665C97EA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705" y="4558665"/>
            <a:ext cx="86677" cy="53340"/>
          </a:xfrm>
          <a:custGeom xmlns:a="http://schemas.openxmlformats.org/drawingml/2006/main">
            <a:pathLst>
              <a:path w="86677" h="53340">
                <a:moveTo>
                  <a:pt x="0" y="53340"/>
                </a:moveTo>
                <a:lnTo>
                  <a:pt x="866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42" name="bond-142">
            <a:extLst xmlns:a="http://schemas.openxmlformats.org/drawingml/2006/main">
              <a:ext uri="{FF2B5EF4-FFF2-40B4-BE49-F238E27FC236}">
                <a16:creationId xmlns:a16="http://schemas.microsoft.com/office/drawing/2014/main" id="{0E0FE7C2-CF3F-459A-AD1F-84EAD013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383" y="4558665"/>
            <a:ext cx="153352" cy="86678"/>
          </a:xfrm>
          <a:custGeom xmlns:a="http://schemas.openxmlformats.org/drawingml/2006/main">
            <a:pathLst>
              <a:path w="153352" h="86678">
                <a:moveTo>
                  <a:pt x="0" y="0"/>
                </a:moveTo>
                <a:lnTo>
                  <a:pt x="153352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43" name="text-OH-143">
            <a:extLst xmlns:a="http://schemas.openxmlformats.org/drawingml/2006/main">
              <a:ext uri="{FF2B5EF4-FFF2-40B4-BE49-F238E27FC236}">
                <a16:creationId xmlns:a16="http://schemas.microsoft.com/office/drawing/2014/main" id="{C261E5C3-C2CC-47EB-B6BD-9AF92DB0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461147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44" name="text-Ketohexose-144">
            <a:extLst xmlns:a="http://schemas.openxmlformats.org/drawingml/2006/main">
              <a:ext uri="{FF2B5EF4-FFF2-40B4-BE49-F238E27FC236}">
                <a16:creationId xmlns:a16="http://schemas.microsoft.com/office/drawing/2014/main" id="{CCB97103-38A1-4136-BF63-E8D03190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4074"/>
            <a:ext cx="14668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Ketohexose</a:t>
            </a:r>
          </a:p>
        </p:txBody>
      </p:sp>
      <p:sp>
        <p:nvSpPr>
          <p:cNvPr id="145" name="bond-145">
            <a:extLst xmlns:a="http://schemas.openxmlformats.org/drawingml/2006/main">
              <a:ext uri="{FF2B5EF4-FFF2-40B4-BE49-F238E27FC236}">
                <a16:creationId xmlns:a16="http://schemas.microsoft.com/office/drawing/2014/main" id="{F0C2ECD3-6190-432F-A956-B0F4C9E5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05337"/>
            <a:ext cx="986790" cy="95"/>
          </a:xfrm>
          <a:custGeom xmlns:a="http://schemas.openxmlformats.org/drawingml/2006/main">
            <a:pathLst>
              <a:path w="986790" h="95">
                <a:moveTo>
                  <a:pt x="0" y="0"/>
                </a:moveTo>
                <a:lnTo>
                  <a:pt x="9867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46" name="bond-146">
            <a:extLst xmlns:a="http://schemas.openxmlformats.org/drawingml/2006/main">
              <a:ext uri="{FF2B5EF4-FFF2-40B4-BE49-F238E27FC236}">
                <a16:creationId xmlns:a16="http://schemas.microsoft.com/office/drawing/2014/main" id="{08C6F571-F425-46EB-969D-48E941DF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248" y="4558665"/>
            <a:ext cx="73342" cy="46672"/>
          </a:xfrm>
          <a:custGeom xmlns:a="http://schemas.openxmlformats.org/drawingml/2006/main">
            <a:pathLst>
              <a:path w="73342" h="46672">
                <a:moveTo>
                  <a:pt x="0" y="0"/>
                </a:moveTo>
                <a:lnTo>
                  <a:pt x="73342" y="4667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47" name="bond-147">
            <a:extLst xmlns:a="http://schemas.openxmlformats.org/drawingml/2006/main">
              <a:ext uri="{FF2B5EF4-FFF2-40B4-BE49-F238E27FC236}">
                <a16:creationId xmlns:a16="http://schemas.microsoft.com/office/drawing/2014/main" id="{9565128F-5823-4308-8862-E152708F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248" y="4605337"/>
            <a:ext cx="73342" cy="46673"/>
          </a:xfrm>
          <a:custGeom xmlns:a="http://schemas.openxmlformats.org/drawingml/2006/main">
            <a:pathLst>
              <a:path w="73342" h="46673">
                <a:moveTo>
                  <a:pt x="0" y="46673"/>
                </a:moveTo>
                <a:lnTo>
                  <a:pt x="733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48" name="text-NAH-148">
            <a:extLst xmlns:a="http://schemas.openxmlformats.org/drawingml/2006/main">
              <a:ext uri="{FF2B5EF4-FFF2-40B4-BE49-F238E27FC236}">
                <a16:creationId xmlns:a16="http://schemas.microsoft.com/office/drawing/2014/main" id="{836E0496-95B3-48F1-ABC2-FEA5ADD3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127" y="4408513"/>
            <a:ext cx="210826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NAH</a:t>
            </a:r>
          </a:p>
        </p:txBody>
      </p:sp>
      <p:sp>
        <p:nvSpPr>
          <p:cNvPr id="149" name="text-derivatization-149">
            <a:extLst xmlns:a="http://schemas.openxmlformats.org/drawingml/2006/main">
              <a:ext uri="{FF2B5EF4-FFF2-40B4-BE49-F238E27FC236}">
                <a16:creationId xmlns:a16="http://schemas.microsoft.com/office/drawing/2014/main" id="{7F7BC789-8F9A-4A17-8ECC-4CAC167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701883"/>
            <a:ext cx="1000125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derivatization</a:t>
            </a:r>
          </a:p>
        </p:txBody>
      </p:sp>
      <p:sp>
        <p:nvSpPr>
          <p:cNvPr id="150" name="bond-150">
            <a:extLst xmlns:a="http://schemas.openxmlformats.org/drawingml/2006/main">
              <a:ext uri="{FF2B5EF4-FFF2-40B4-BE49-F238E27FC236}">
                <a16:creationId xmlns:a16="http://schemas.microsoft.com/office/drawing/2014/main" id="{19E60EF3-AC79-4570-8F0B-B0D6E949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4732020"/>
            <a:ext cx="146685" cy="86678"/>
          </a:xfrm>
          <a:custGeom xmlns:a="http://schemas.openxmlformats.org/drawingml/2006/main">
            <a:pathLst>
              <a:path w="146685" h="86678">
                <a:moveTo>
                  <a:pt x="0" y="0"/>
                </a:moveTo>
                <a:lnTo>
                  <a:pt x="146685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1" name="bond-151">
            <a:extLst xmlns:a="http://schemas.openxmlformats.org/drawingml/2006/main">
              <a:ext uri="{FF2B5EF4-FFF2-40B4-BE49-F238E27FC236}">
                <a16:creationId xmlns:a16="http://schemas.microsoft.com/office/drawing/2014/main" id="{FC4A60B9-6BAD-425A-9B3A-3986A5CA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3" y="470535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2" name="bond-152">
            <a:extLst xmlns:a="http://schemas.openxmlformats.org/drawingml/2006/main">
              <a:ext uri="{FF2B5EF4-FFF2-40B4-BE49-F238E27FC236}">
                <a16:creationId xmlns:a16="http://schemas.microsoft.com/office/drawing/2014/main" id="{A2701988-CB1D-4936-899D-744BC194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98" y="4705350"/>
            <a:ext cx="193358" cy="113348"/>
          </a:xfrm>
          <a:custGeom xmlns:a="http://schemas.openxmlformats.org/drawingml/2006/main">
            <a:pathLst>
              <a:path w="193358" h="113348">
                <a:moveTo>
                  <a:pt x="0" y="0"/>
                </a:moveTo>
                <a:lnTo>
                  <a:pt x="193358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3" name="bond-153">
            <a:extLst xmlns:a="http://schemas.openxmlformats.org/drawingml/2006/main">
              <a:ext uri="{FF2B5EF4-FFF2-40B4-BE49-F238E27FC236}">
                <a16:creationId xmlns:a16="http://schemas.microsoft.com/office/drawing/2014/main" id="{5D340E52-8CAF-43CA-AA41-76AFBC9F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055" y="4705350"/>
            <a:ext cx="193357" cy="113348"/>
          </a:xfrm>
          <a:custGeom xmlns:a="http://schemas.openxmlformats.org/drawingml/2006/main">
            <a:pathLst>
              <a:path w="193357" h="113348">
                <a:moveTo>
                  <a:pt x="0" y="113348"/>
                </a:moveTo>
                <a:lnTo>
                  <a:pt x="193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4" name="text-HO-154">
            <a:extLst xmlns:a="http://schemas.openxmlformats.org/drawingml/2006/main">
              <a:ext uri="{FF2B5EF4-FFF2-40B4-BE49-F238E27FC236}">
                <a16:creationId xmlns:a16="http://schemas.microsoft.com/office/drawing/2014/main" id="{D525A87C-1FF5-4710-BE0C-BB05F86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633" y="465147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155" name="bond-155">
            <a:extLst xmlns:a="http://schemas.openxmlformats.org/drawingml/2006/main">
              <a:ext uri="{FF2B5EF4-FFF2-40B4-BE49-F238E27FC236}">
                <a16:creationId xmlns:a16="http://schemas.microsoft.com/office/drawing/2014/main" id="{D36B4A92-EC29-43D6-B722-B1E44337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98" y="4518660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6" name="text-OH-156">
            <a:extLst xmlns:a="http://schemas.openxmlformats.org/drawingml/2006/main">
              <a:ext uri="{FF2B5EF4-FFF2-40B4-BE49-F238E27FC236}">
                <a16:creationId xmlns:a16="http://schemas.microsoft.com/office/drawing/2014/main" id="{956EB5CB-6767-424A-940B-713365DA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41144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57" name="bond-157">
            <a:extLst xmlns:a="http://schemas.openxmlformats.org/drawingml/2006/main">
              <a:ext uri="{FF2B5EF4-FFF2-40B4-BE49-F238E27FC236}">
                <a16:creationId xmlns:a16="http://schemas.microsoft.com/office/drawing/2014/main" id="{547837DB-BF8F-404F-A8FF-8772EBA2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055" y="4818698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58" name="text-OH-158">
            <a:extLst xmlns:a="http://schemas.openxmlformats.org/drawingml/2006/main">
              <a:ext uri="{FF2B5EF4-FFF2-40B4-BE49-F238E27FC236}">
                <a16:creationId xmlns:a16="http://schemas.microsoft.com/office/drawing/2014/main" id="{B79161C5-1287-4B9D-A004-17CA236F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383" y="499151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59" name="bond-159">
            <a:extLst xmlns:a="http://schemas.openxmlformats.org/drawingml/2006/main">
              <a:ext uri="{FF2B5EF4-FFF2-40B4-BE49-F238E27FC236}">
                <a16:creationId xmlns:a16="http://schemas.microsoft.com/office/drawing/2014/main" id="{7CF9DB4A-240E-4022-9AEA-AAB34F13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413" y="4518660"/>
            <a:ext cx="95" cy="186690"/>
          </a:xfrm>
          <a:custGeom xmlns:a="http://schemas.openxmlformats.org/drawingml/2006/main">
            <a:pathLst>
              <a:path w="95" h="186690">
                <a:moveTo>
                  <a:pt x="0" y="1866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60" name="text-OH-160">
            <a:extLst xmlns:a="http://schemas.openxmlformats.org/drawingml/2006/main">
              <a:ext uri="{FF2B5EF4-FFF2-40B4-BE49-F238E27FC236}">
                <a16:creationId xmlns:a16="http://schemas.microsoft.com/office/drawing/2014/main" id="{DB5FB7E3-87E2-457E-918D-9F411CE6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441144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61" name="bond-161">
            <a:extLst xmlns:a="http://schemas.openxmlformats.org/drawingml/2006/main">
              <a:ext uri="{FF2B5EF4-FFF2-40B4-BE49-F238E27FC236}">
                <a16:creationId xmlns:a16="http://schemas.microsoft.com/office/drawing/2014/main" id="{773791A6-2711-4CCF-AE3B-3171DDA6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413" y="470535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162" name="bond-162">
            <a:extLst xmlns:a="http://schemas.openxmlformats.org/drawingml/2006/main">
              <a:ext uri="{FF2B5EF4-FFF2-40B4-BE49-F238E27FC236}">
                <a16:creationId xmlns:a16="http://schemas.microsoft.com/office/drawing/2014/main" id="{B6903FDE-0704-4C79-87B2-6CB85CC9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4818698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63" name="bond-163">
            <a:extLst xmlns:a="http://schemas.openxmlformats.org/drawingml/2006/main">
              <a:ext uri="{FF2B5EF4-FFF2-40B4-BE49-F238E27FC236}">
                <a16:creationId xmlns:a16="http://schemas.microsoft.com/office/drawing/2014/main" id="{19CF2252-39EC-4F41-BC4C-4E94A35A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5045392"/>
            <a:ext cx="146685" cy="86678"/>
          </a:xfrm>
          <a:custGeom xmlns:a="http://schemas.openxmlformats.org/drawingml/2006/main">
            <a:pathLst>
              <a:path w="146685" h="86678">
                <a:moveTo>
                  <a:pt x="0" y="0"/>
                </a:moveTo>
                <a:lnTo>
                  <a:pt x="146685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64" name="text-OH-164">
            <a:extLst xmlns:a="http://schemas.openxmlformats.org/drawingml/2006/main">
              <a:ext uri="{FF2B5EF4-FFF2-40B4-BE49-F238E27FC236}">
                <a16:creationId xmlns:a16="http://schemas.microsoft.com/office/drawing/2014/main" id="{7CDED0F6-ED75-4E0F-B54C-EA82F7A0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455" y="509819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165" name="bond-165">
            <a:extLst xmlns:a="http://schemas.openxmlformats.org/drawingml/2006/main">
              <a:ext uri="{FF2B5EF4-FFF2-40B4-BE49-F238E27FC236}">
                <a16:creationId xmlns:a16="http://schemas.microsoft.com/office/drawing/2014/main" id="{3A5133A1-41C5-4068-BE7C-FF6DD742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64" y="4757039"/>
            <a:ext cx="133350" cy="73343"/>
          </a:xfrm>
          <a:custGeom xmlns:a="http://schemas.openxmlformats.org/drawingml/2006/main">
            <a:pathLst>
              <a:path w="133350" h="73343">
                <a:moveTo>
                  <a:pt x="0" y="73343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166" name="bond-166">
            <a:extLst xmlns:a="http://schemas.openxmlformats.org/drawingml/2006/main">
              <a:ext uri="{FF2B5EF4-FFF2-40B4-BE49-F238E27FC236}">
                <a16:creationId xmlns:a16="http://schemas.microsoft.com/office/drawing/2014/main" id="{2B30597E-E58E-43F8-9EA0-CA50A2D1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011" y="4733671"/>
            <a:ext cx="133350" cy="73342"/>
          </a:xfrm>
          <a:custGeom xmlns:a="http://schemas.openxmlformats.org/drawingml/2006/main">
            <a:pathLst>
              <a:path w="133350" h="73342">
                <a:moveTo>
                  <a:pt x="0" y="73342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167" name="text-N-167">
            <a:extLst xmlns:a="http://schemas.openxmlformats.org/drawingml/2006/main">
              <a:ext uri="{FF2B5EF4-FFF2-40B4-BE49-F238E27FC236}">
                <a16:creationId xmlns:a16="http://schemas.microsoft.com/office/drawing/2014/main" id="{B0C44BEA-222D-4C31-80F4-D9D9BD94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117" y="464480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8" name="bond-168">
            <a:extLst xmlns:a="http://schemas.openxmlformats.org/drawingml/2006/main">
              <a:ext uri="{FF2B5EF4-FFF2-40B4-BE49-F238E27FC236}">
                <a16:creationId xmlns:a16="http://schemas.microsoft.com/office/drawing/2014/main" id="{CBD275C5-8DA4-4884-A606-40C06BB8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467" y="4745355"/>
            <a:ext cx="100013" cy="53340"/>
          </a:xfrm>
          <a:custGeom xmlns:a="http://schemas.openxmlformats.org/drawingml/2006/main">
            <a:pathLst>
              <a:path w="100013" h="53340">
                <a:moveTo>
                  <a:pt x="0" y="0"/>
                </a:moveTo>
                <a:lnTo>
                  <a:pt x="100013" y="5334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1726"/>
            </a:solidFill>
            <a:prstDash val="solid"/>
          </a:ln>
        </p:spPr>
      </p:sp>
      <p:sp>
        <p:nvSpPr>
          <p:cNvPr id="169" name="text-N-169">
            <a:extLst xmlns:a="http://schemas.openxmlformats.org/drawingml/2006/main">
              <a:ext uri="{FF2B5EF4-FFF2-40B4-BE49-F238E27FC236}">
                <a16:creationId xmlns:a16="http://schemas.microsoft.com/office/drawing/2014/main" id="{4ABBEF53-7B94-4884-BA10-60DEF84B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75815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70" name="text-H-170">
            <a:extLst xmlns:a="http://schemas.openxmlformats.org/drawingml/2006/main">
              <a:ext uri="{FF2B5EF4-FFF2-40B4-BE49-F238E27FC236}">
                <a16:creationId xmlns:a16="http://schemas.microsoft.com/office/drawing/2014/main" id="{40DBFF91-DDE1-49E1-BA61-B8C8D760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879772"/>
            <a:ext cx="173355" cy="104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3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3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71" name="bond-171">
            <a:extLst xmlns:a="http://schemas.openxmlformats.org/drawingml/2006/main">
              <a:ext uri="{FF2B5EF4-FFF2-40B4-BE49-F238E27FC236}">
                <a16:creationId xmlns:a16="http://schemas.microsoft.com/office/drawing/2014/main" id="{929324D2-6C4F-414C-A381-11733DD5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492" y="4705350"/>
            <a:ext cx="146685" cy="93345"/>
          </a:xfrm>
          <a:custGeom xmlns:a="http://schemas.openxmlformats.org/drawingml/2006/main">
            <a:pathLst>
              <a:path w="146685" h="93345">
                <a:moveTo>
                  <a:pt x="0" y="93345"/>
                </a:moveTo>
                <a:lnTo>
                  <a:pt x="1466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2" name="bond-172">
            <a:extLst xmlns:a="http://schemas.openxmlformats.org/drawingml/2006/main">
              <a:ext uri="{FF2B5EF4-FFF2-40B4-BE49-F238E27FC236}">
                <a16:creationId xmlns:a16="http://schemas.microsoft.com/office/drawing/2014/main" id="{2CB0669C-B04B-4024-AB40-D72EDCCD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3" y="4538662"/>
            <a:ext cx="95" cy="166688"/>
          </a:xfrm>
          <a:custGeom xmlns:a="http://schemas.openxmlformats.org/drawingml/2006/main">
            <a:pathLst>
              <a:path w="95" h="166688">
                <a:moveTo>
                  <a:pt x="0" y="166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3" name="bond-173">
            <a:extLst xmlns:a="http://schemas.openxmlformats.org/drawingml/2006/main">
              <a:ext uri="{FF2B5EF4-FFF2-40B4-BE49-F238E27FC236}">
                <a16:creationId xmlns:a16="http://schemas.microsoft.com/office/drawing/2014/main" id="{D02783D6-D41E-4F2C-B72A-0DE0BA2A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842" y="4538662"/>
            <a:ext cx="95" cy="166688"/>
          </a:xfrm>
          <a:custGeom xmlns:a="http://schemas.openxmlformats.org/drawingml/2006/main">
            <a:pathLst>
              <a:path w="95" h="166688">
                <a:moveTo>
                  <a:pt x="0" y="166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4" name="text-O-174">
            <a:extLst xmlns:a="http://schemas.openxmlformats.org/drawingml/2006/main">
              <a:ext uri="{FF2B5EF4-FFF2-40B4-BE49-F238E27FC236}">
                <a16:creationId xmlns:a16="http://schemas.microsoft.com/office/drawing/2014/main" id="{428A6538-C21E-4CD0-BB2A-4B54A8E7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8114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75" name="bond-175">
            <a:extLst xmlns:a="http://schemas.openxmlformats.org/drawingml/2006/main">
              <a:ext uri="{FF2B5EF4-FFF2-40B4-BE49-F238E27FC236}">
                <a16:creationId xmlns:a16="http://schemas.microsoft.com/office/drawing/2014/main" id="{43A24ABA-A2FD-42FA-B312-BDF9FC2A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2177" y="4705350"/>
            <a:ext cx="193358" cy="113348"/>
          </a:xfrm>
          <a:custGeom xmlns:a="http://schemas.openxmlformats.org/drawingml/2006/main">
            <a:pathLst>
              <a:path w="193358" h="113348">
                <a:moveTo>
                  <a:pt x="0" y="0"/>
                </a:moveTo>
                <a:lnTo>
                  <a:pt x="193358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6" name="bond-176">
            <a:extLst xmlns:a="http://schemas.openxmlformats.org/drawingml/2006/main">
              <a:ext uri="{FF2B5EF4-FFF2-40B4-BE49-F238E27FC236}">
                <a16:creationId xmlns:a16="http://schemas.microsoft.com/office/drawing/2014/main" id="{9341DC66-591C-4DC6-BFBA-60067A02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4705350"/>
            <a:ext cx="193357" cy="113348"/>
          </a:xfrm>
          <a:custGeom xmlns:a="http://schemas.openxmlformats.org/drawingml/2006/main">
            <a:pathLst>
              <a:path w="193357" h="113348">
                <a:moveTo>
                  <a:pt x="0" y="113348"/>
                </a:moveTo>
                <a:lnTo>
                  <a:pt x="1933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7" name="bond-177">
            <a:extLst xmlns:a="http://schemas.openxmlformats.org/drawingml/2006/main">
              <a:ext uri="{FF2B5EF4-FFF2-40B4-BE49-F238E27FC236}">
                <a16:creationId xmlns:a16="http://schemas.microsoft.com/office/drawing/2014/main" id="{4396D86C-222A-49B6-BE1B-0ECB26B8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402526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8" name="bond-178">
            <a:extLst xmlns:a="http://schemas.openxmlformats.org/drawingml/2006/main">
              <a:ext uri="{FF2B5EF4-FFF2-40B4-BE49-F238E27FC236}">
                <a16:creationId xmlns:a16="http://schemas.microsoft.com/office/drawing/2014/main" id="{72F51893-A8D6-48EC-90A7-90E02DF8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402526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79" name="bond-179">
            <a:extLst xmlns:a="http://schemas.openxmlformats.org/drawingml/2006/main">
              <a:ext uri="{FF2B5EF4-FFF2-40B4-BE49-F238E27FC236}">
                <a16:creationId xmlns:a16="http://schemas.microsoft.com/office/drawing/2014/main" id="{382F5F89-79A1-4E0F-A005-978680FE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85" y="4138613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0" name="bond-180">
            <a:extLst xmlns:a="http://schemas.openxmlformats.org/drawingml/2006/main">
              <a:ext uri="{FF2B5EF4-FFF2-40B4-BE49-F238E27FC236}">
                <a16:creationId xmlns:a16="http://schemas.microsoft.com/office/drawing/2014/main" id="{34EC830D-84BD-4EB1-A854-3AFE832B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4365308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1" name="bond-181">
            <a:extLst xmlns:a="http://schemas.openxmlformats.org/drawingml/2006/main">
              <a:ext uri="{FF2B5EF4-FFF2-40B4-BE49-F238E27FC236}">
                <a16:creationId xmlns:a16="http://schemas.microsoft.com/office/drawing/2014/main" id="{0CCE480F-DFAC-4F31-882A-6ABC45BD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4365308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2" name="bond-182">
            <a:extLst xmlns:a="http://schemas.openxmlformats.org/drawingml/2006/main">
              <a:ext uri="{FF2B5EF4-FFF2-40B4-BE49-F238E27FC236}">
                <a16:creationId xmlns:a16="http://schemas.microsoft.com/office/drawing/2014/main" id="{C2D29FC3-676C-4950-B3F8-0CA3401F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4138613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3" name="bond-183">
            <a:extLst xmlns:a="http://schemas.openxmlformats.org/drawingml/2006/main">
              <a:ext uri="{FF2B5EF4-FFF2-40B4-BE49-F238E27FC236}">
                <a16:creationId xmlns:a16="http://schemas.microsoft.com/office/drawing/2014/main" id="{D6858417-2FAC-4DB2-8E73-7D5747AA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4070604"/>
            <a:ext cx="160020" cy="90678"/>
          </a:xfrm>
          <a:custGeom xmlns:a="http://schemas.openxmlformats.org/drawingml/2006/main">
            <a:pathLst>
              <a:path w="160020" h="90678">
                <a:moveTo>
                  <a:pt x="0" y="90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4" name="bond-184">
            <a:extLst xmlns:a="http://schemas.openxmlformats.org/drawingml/2006/main">
              <a:ext uri="{FF2B5EF4-FFF2-40B4-BE49-F238E27FC236}">
                <a16:creationId xmlns:a16="http://schemas.microsoft.com/office/drawing/2014/main" id="{C27F9E89-5C8B-410F-9F55-B25AC14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580" y="4161282"/>
            <a:ext cx="95" cy="181356"/>
          </a:xfrm>
          <a:custGeom xmlns:a="http://schemas.openxmlformats.org/drawingml/2006/main">
            <a:pathLst>
              <a:path w="95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5" name="bond-185">
            <a:extLst xmlns:a="http://schemas.openxmlformats.org/drawingml/2006/main">
              <a:ext uri="{FF2B5EF4-FFF2-40B4-BE49-F238E27FC236}">
                <a16:creationId xmlns:a16="http://schemas.microsoft.com/office/drawing/2014/main" id="{10998077-6EBD-4101-AE95-F0861488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4342638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6" name="bond-186">
            <a:extLst xmlns:a="http://schemas.openxmlformats.org/drawingml/2006/main">
              <a:ext uri="{FF2B5EF4-FFF2-40B4-BE49-F238E27FC236}">
                <a16:creationId xmlns:a16="http://schemas.microsoft.com/office/drawing/2014/main" id="{149D687C-79E2-46AB-969C-B9413708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85" y="4365308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7" name="bond-187">
            <a:extLst xmlns:a="http://schemas.openxmlformats.org/drawingml/2006/main">
              <a:ext uri="{FF2B5EF4-FFF2-40B4-BE49-F238E27FC236}">
                <a16:creationId xmlns:a16="http://schemas.microsoft.com/office/drawing/2014/main" id="{5A60B1CA-3DA9-47FF-AAF8-48B25438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478655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8" name="bond-188">
            <a:extLst xmlns:a="http://schemas.openxmlformats.org/drawingml/2006/main">
              <a:ext uri="{FF2B5EF4-FFF2-40B4-BE49-F238E27FC236}">
                <a16:creationId xmlns:a16="http://schemas.microsoft.com/office/drawing/2014/main" id="{C74E12B7-60A8-47FE-A7E0-1817BD74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85" y="470535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89" name="bond-189">
            <a:extLst xmlns:a="http://schemas.openxmlformats.org/drawingml/2006/main">
              <a:ext uri="{FF2B5EF4-FFF2-40B4-BE49-F238E27FC236}">
                <a16:creationId xmlns:a16="http://schemas.microsoft.com/office/drawing/2014/main" id="{8C927BC9-53D4-4F9D-AB57-F8986B7E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470535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0" name="bond-190">
            <a:extLst xmlns:a="http://schemas.openxmlformats.org/drawingml/2006/main">
              <a:ext uri="{FF2B5EF4-FFF2-40B4-BE49-F238E27FC236}">
                <a16:creationId xmlns:a16="http://schemas.microsoft.com/office/drawing/2014/main" id="{6D6692F9-42A9-45B3-B727-B0EC5539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4478655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1" name="bond-191">
            <a:extLst xmlns:a="http://schemas.openxmlformats.org/drawingml/2006/main">
              <a:ext uri="{FF2B5EF4-FFF2-40B4-BE49-F238E27FC236}">
                <a16:creationId xmlns:a16="http://schemas.microsoft.com/office/drawing/2014/main" id="{A3E61EE0-2BAB-40ED-989B-C51162BE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4365308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2" name="bond-192">
            <a:extLst xmlns:a="http://schemas.openxmlformats.org/drawingml/2006/main">
              <a:ext uri="{FF2B5EF4-FFF2-40B4-BE49-F238E27FC236}">
                <a16:creationId xmlns:a16="http://schemas.microsoft.com/office/drawing/2014/main" id="{5EDC6184-DCC5-435A-A3C1-1025CD69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5605" y="4501325"/>
            <a:ext cx="95" cy="181356"/>
          </a:xfrm>
          <a:custGeom xmlns:a="http://schemas.openxmlformats.org/drawingml/2006/main">
            <a:pathLst>
              <a:path w="95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3" name="bond-193">
            <a:extLst xmlns:a="http://schemas.openxmlformats.org/drawingml/2006/main">
              <a:ext uri="{FF2B5EF4-FFF2-40B4-BE49-F238E27FC236}">
                <a16:creationId xmlns:a16="http://schemas.microsoft.com/office/drawing/2014/main" id="{6204D9D9-44EF-4557-98B9-4F314071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65" y="4682681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4" name="bond-194">
            <a:extLst xmlns:a="http://schemas.openxmlformats.org/drawingml/2006/main">
              <a:ext uri="{FF2B5EF4-FFF2-40B4-BE49-F238E27FC236}">
                <a16:creationId xmlns:a16="http://schemas.microsoft.com/office/drawing/2014/main" id="{9D166289-5F8F-4560-8FF9-819BA095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988" y="4605337"/>
            <a:ext cx="986790" cy="95"/>
          </a:xfrm>
          <a:custGeom xmlns:a="http://schemas.openxmlformats.org/drawingml/2006/main">
            <a:pathLst>
              <a:path w="986790" h="95">
                <a:moveTo>
                  <a:pt x="0" y="0"/>
                </a:moveTo>
                <a:lnTo>
                  <a:pt x="9867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5" name="bond-195">
            <a:extLst xmlns:a="http://schemas.openxmlformats.org/drawingml/2006/main">
              <a:ext uri="{FF2B5EF4-FFF2-40B4-BE49-F238E27FC236}">
                <a16:creationId xmlns:a16="http://schemas.microsoft.com/office/drawing/2014/main" id="{54D72562-9761-4431-AF76-F1E8D71B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435" y="4558665"/>
            <a:ext cx="73342" cy="46672"/>
          </a:xfrm>
          <a:custGeom xmlns:a="http://schemas.openxmlformats.org/drawingml/2006/main">
            <a:pathLst>
              <a:path w="73342" h="46672">
                <a:moveTo>
                  <a:pt x="0" y="0"/>
                </a:moveTo>
                <a:lnTo>
                  <a:pt x="73342" y="4667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6" name="bond-196">
            <a:extLst xmlns:a="http://schemas.openxmlformats.org/drawingml/2006/main">
              <a:ext uri="{FF2B5EF4-FFF2-40B4-BE49-F238E27FC236}">
                <a16:creationId xmlns:a16="http://schemas.microsoft.com/office/drawing/2014/main" id="{C73D2240-DAE1-4503-90F1-47CEFF79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435" y="4605337"/>
            <a:ext cx="73342" cy="46673"/>
          </a:xfrm>
          <a:custGeom xmlns:a="http://schemas.openxmlformats.org/drawingml/2006/main">
            <a:pathLst>
              <a:path w="73342" h="46673">
                <a:moveTo>
                  <a:pt x="0" y="46673"/>
                </a:moveTo>
                <a:lnTo>
                  <a:pt x="733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197" name="text-MS/MS-197">
            <a:extLst xmlns:a="http://schemas.openxmlformats.org/drawingml/2006/main">
              <a:ext uri="{FF2B5EF4-FFF2-40B4-BE49-F238E27FC236}">
                <a16:creationId xmlns:a16="http://schemas.microsoft.com/office/drawing/2014/main" id="{BCF69FE7-D896-4AEB-8832-C912E2CA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039" y="4408513"/>
            <a:ext cx="351377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MS/MS</a:t>
            </a:r>
          </a:p>
        </p:txBody>
      </p:sp>
      <p:sp>
        <p:nvSpPr>
          <p:cNvPr id="198" name="text-HN-198">
            <a:extLst xmlns:a="http://schemas.openxmlformats.org/drawingml/2006/main">
              <a:ext uri="{FF2B5EF4-FFF2-40B4-BE49-F238E27FC236}">
                <a16:creationId xmlns:a16="http://schemas.microsoft.com/office/drawing/2014/main" id="{C74641C4-91B7-4BB7-865F-404D0309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0479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20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20B4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20B4"/>
                </a:solidFill>
                <a:latin typeface="Arial"/>
                <a:ea typeface="Arial"/>
                <a:cs typeface="Arial"/>
              </a:rPr>
              <a:t>HN</a:t>
            </a:r>
          </a:p>
        </p:txBody>
      </p:sp>
      <p:sp>
        <p:nvSpPr>
          <p:cNvPr id="199" name="bond-199">
            <a:extLst xmlns:a="http://schemas.openxmlformats.org/drawingml/2006/main">
              <a:ext uri="{FF2B5EF4-FFF2-40B4-BE49-F238E27FC236}">
                <a16:creationId xmlns:a16="http://schemas.microsoft.com/office/drawing/2014/main" id="{C844DAB5-8479-41C6-8DDF-C5ECFAD6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180" y="4598670"/>
            <a:ext cx="140018" cy="80010"/>
          </a:xfrm>
          <a:custGeom xmlns:a="http://schemas.openxmlformats.org/drawingml/2006/main">
            <a:pathLst>
              <a:path w="140018" h="80010">
                <a:moveTo>
                  <a:pt x="0" y="0"/>
                </a:moveTo>
                <a:lnTo>
                  <a:pt x="140018" y="8001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200" name="bond-200">
            <a:extLst xmlns:a="http://schemas.openxmlformats.org/drawingml/2006/main">
              <a:ext uri="{FF2B5EF4-FFF2-40B4-BE49-F238E27FC236}">
                <a16:creationId xmlns:a16="http://schemas.microsoft.com/office/drawing/2014/main" id="{7FFFCDD6-7DD8-424E-AD12-ACF2B2B6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198" y="4678680"/>
            <a:ext cx="95" cy="120015"/>
          </a:xfrm>
          <a:custGeom xmlns:a="http://schemas.openxmlformats.org/drawingml/2006/main">
            <a:pathLst>
              <a:path w="95" h="120015">
                <a:moveTo>
                  <a:pt x="0" y="0"/>
                </a:moveTo>
                <a:lnTo>
                  <a:pt x="0" y="12001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201" name="bond-201">
            <a:extLst xmlns:a="http://schemas.openxmlformats.org/drawingml/2006/main">
              <a:ext uri="{FF2B5EF4-FFF2-40B4-BE49-F238E27FC236}">
                <a16:creationId xmlns:a16="http://schemas.microsoft.com/office/drawing/2014/main" id="{8DC6585C-D887-465C-B9FC-137E00AE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198" y="4798695"/>
            <a:ext cx="95" cy="106680"/>
          </a:xfrm>
          <a:custGeom xmlns:a="http://schemas.openxmlformats.org/drawingml/2006/main">
            <a:pathLst>
              <a:path w="95" h="106680">
                <a:moveTo>
                  <a:pt x="0" y="0"/>
                </a:moveTo>
                <a:lnTo>
                  <a:pt x="0" y="10668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02" name="bond-202">
            <a:extLst xmlns:a="http://schemas.openxmlformats.org/drawingml/2006/main">
              <a:ext uri="{FF2B5EF4-FFF2-40B4-BE49-F238E27FC236}">
                <a16:creationId xmlns:a16="http://schemas.microsoft.com/office/drawing/2014/main" id="{767E85AE-726A-4C2C-9513-CAD3D8B7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513" y="4905375"/>
            <a:ext cx="146685" cy="86678"/>
          </a:xfrm>
          <a:custGeom xmlns:a="http://schemas.openxmlformats.org/drawingml/2006/main">
            <a:pathLst>
              <a:path w="146685" h="86678">
                <a:moveTo>
                  <a:pt x="146685" y="0"/>
                </a:moveTo>
                <a:lnTo>
                  <a:pt x="0" y="8667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03" name="text-HO-203">
            <a:extLst xmlns:a="http://schemas.openxmlformats.org/drawingml/2006/main">
              <a:ext uri="{FF2B5EF4-FFF2-40B4-BE49-F238E27FC236}">
                <a16:creationId xmlns:a16="http://schemas.microsoft.com/office/drawing/2014/main" id="{ECDE24D1-4636-4FAB-9EE4-CB436FDC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158" y="496484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204" name="bond-204">
            <a:extLst xmlns:a="http://schemas.openxmlformats.org/drawingml/2006/main">
              <a:ext uri="{FF2B5EF4-FFF2-40B4-BE49-F238E27FC236}">
                <a16:creationId xmlns:a16="http://schemas.microsoft.com/office/drawing/2014/main" id="{35ACCD02-92C9-4E5B-962B-98DBE02D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198" y="4565333"/>
            <a:ext cx="180022" cy="113348"/>
          </a:xfrm>
          <a:custGeom xmlns:a="http://schemas.openxmlformats.org/drawingml/2006/main">
            <a:pathLst>
              <a:path w="180022" h="113348">
                <a:moveTo>
                  <a:pt x="0" y="113348"/>
                </a:moveTo>
                <a:lnTo>
                  <a:pt x="1800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05" name="bond-205">
            <a:extLst xmlns:a="http://schemas.openxmlformats.org/drawingml/2006/main">
              <a:ext uri="{FF2B5EF4-FFF2-40B4-BE49-F238E27FC236}">
                <a16:creationId xmlns:a16="http://schemas.microsoft.com/office/drawing/2014/main" id="{33EF695E-3149-49A4-915E-13D925E3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4398645"/>
            <a:ext cx="95" cy="166688"/>
          </a:xfrm>
          <a:custGeom xmlns:a="http://schemas.openxmlformats.org/drawingml/2006/main">
            <a:pathLst>
              <a:path w="95" h="166688">
                <a:moveTo>
                  <a:pt x="0" y="166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06" name="bond-206">
            <a:extLst xmlns:a="http://schemas.openxmlformats.org/drawingml/2006/main">
              <a:ext uri="{FF2B5EF4-FFF2-40B4-BE49-F238E27FC236}">
                <a16:creationId xmlns:a16="http://schemas.microsoft.com/office/drawing/2014/main" id="{2525EE46-0DFC-4896-A32C-1045ECAB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4398645"/>
            <a:ext cx="95" cy="166688"/>
          </a:xfrm>
          <a:custGeom xmlns:a="http://schemas.openxmlformats.org/drawingml/2006/main">
            <a:pathLst>
              <a:path w="95" h="166688">
                <a:moveTo>
                  <a:pt x="0" y="1666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07" name="text-O-207">
            <a:extLst xmlns:a="http://schemas.openxmlformats.org/drawingml/2006/main">
              <a:ext uri="{FF2B5EF4-FFF2-40B4-BE49-F238E27FC236}">
                <a16:creationId xmlns:a16="http://schemas.microsoft.com/office/drawing/2014/main" id="{67424DEA-6833-46F3-8C06-8C102A37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543" y="427809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08" name="text-Na⁺-208">
            <a:extLst xmlns:a="http://schemas.openxmlformats.org/drawingml/2006/main">
              <a:ext uri="{FF2B5EF4-FFF2-40B4-BE49-F238E27FC236}">
                <a16:creationId xmlns:a16="http://schemas.microsoft.com/office/drawing/2014/main" id="{6C2199C8-B3FD-4F11-A6E1-E4E956B5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822" y="4155148"/>
            <a:ext cx="210826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Na⁺</a:t>
            </a:r>
          </a:p>
        </p:txBody>
      </p:sp>
      <p:sp>
        <p:nvSpPr>
          <p:cNvPr id="209" name="text-m/z 110.0-209">
            <a:extLst xmlns:a="http://schemas.openxmlformats.org/drawingml/2006/main">
              <a:ext uri="{FF2B5EF4-FFF2-40B4-BE49-F238E27FC236}">
                <a16:creationId xmlns:a16="http://schemas.microsoft.com/office/drawing/2014/main" id="{20899CAD-8209-4D7F-8EBD-C1A83F3A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473" y="5498249"/>
            <a:ext cx="933450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m/z 110.0</a:t>
            </a:r>
          </a:p>
        </p:txBody>
      </p:sp>
      <p:sp>
        <p:nvSpPr>
          <p:cNvPr id="210" name="text-+-210">
            <a:extLst xmlns:a="http://schemas.openxmlformats.org/drawingml/2006/main">
              <a:ext uri="{FF2B5EF4-FFF2-40B4-BE49-F238E27FC236}">
                <a16:creationId xmlns:a16="http://schemas.microsoft.com/office/drawing/2014/main" id="{C29E32E4-FB13-4501-AEF2-84EA8A12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622" y="4587469"/>
            <a:ext cx="173355" cy="20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7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47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11" name="bond-211">
            <a:extLst xmlns:a="http://schemas.openxmlformats.org/drawingml/2006/main">
              <a:ext uri="{FF2B5EF4-FFF2-40B4-BE49-F238E27FC236}">
                <a16:creationId xmlns:a16="http://schemas.microsoft.com/office/drawing/2014/main" id="{C3BA0B40-EF02-4724-A081-51D417F3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038" y="382524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2" name="bond-212">
            <a:extLst xmlns:a="http://schemas.openxmlformats.org/drawingml/2006/main">
              <a:ext uri="{FF2B5EF4-FFF2-40B4-BE49-F238E27FC236}">
                <a16:creationId xmlns:a16="http://schemas.microsoft.com/office/drawing/2014/main" id="{0DEBAD1B-26A3-48B6-99AB-096D0D93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382524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3" name="bond-213">
            <a:extLst xmlns:a="http://schemas.openxmlformats.org/drawingml/2006/main">
              <a:ext uri="{FF2B5EF4-FFF2-40B4-BE49-F238E27FC236}">
                <a16:creationId xmlns:a16="http://schemas.microsoft.com/office/drawing/2014/main" id="{2BDBD693-AA00-44CE-95B9-C9873FC2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88" y="3938588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4" name="bond-214">
            <a:extLst xmlns:a="http://schemas.openxmlformats.org/drawingml/2006/main">
              <a:ext uri="{FF2B5EF4-FFF2-40B4-BE49-F238E27FC236}">
                <a16:creationId xmlns:a16="http://schemas.microsoft.com/office/drawing/2014/main" id="{F02D2CF9-54CA-4459-A0BA-3DC39ABC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165282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5" name="bond-215">
            <a:extLst xmlns:a="http://schemas.openxmlformats.org/drawingml/2006/main">
              <a:ext uri="{FF2B5EF4-FFF2-40B4-BE49-F238E27FC236}">
                <a16:creationId xmlns:a16="http://schemas.microsoft.com/office/drawing/2014/main" id="{4B65CEBD-36D2-447B-ABC9-54C7E020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038" y="4165282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6" name="bond-216">
            <a:extLst xmlns:a="http://schemas.openxmlformats.org/drawingml/2006/main">
              <a:ext uri="{FF2B5EF4-FFF2-40B4-BE49-F238E27FC236}">
                <a16:creationId xmlns:a16="http://schemas.microsoft.com/office/drawing/2014/main" id="{091D116C-6A6D-4778-BE00-065FE421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038" y="3938588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7" name="bond-217">
            <a:extLst xmlns:a="http://schemas.openxmlformats.org/drawingml/2006/main">
              <a:ext uri="{FF2B5EF4-FFF2-40B4-BE49-F238E27FC236}">
                <a16:creationId xmlns:a16="http://schemas.microsoft.com/office/drawing/2014/main" id="{4435B0F1-B153-43FC-8373-71DCFB42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043" y="3870579"/>
            <a:ext cx="160020" cy="90678"/>
          </a:xfrm>
          <a:custGeom xmlns:a="http://schemas.openxmlformats.org/drawingml/2006/main">
            <a:pathLst>
              <a:path w="160020" h="90678">
                <a:moveTo>
                  <a:pt x="0" y="90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8" name="bond-218">
            <a:extLst xmlns:a="http://schemas.openxmlformats.org/drawingml/2006/main">
              <a:ext uri="{FF2B5EF4-FFF2-40B4-BE49-F238E27FC236}">
                <a16:creationId xmlns:a16="http://schemas.microsoft.com/office/drawing/2014/main" id="{C745BF65-8C42-41A1-8A4E-4E0E68B8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6043" y="4142613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19" name="bond-219">
            <a:extLst xmlns:a="http://schemas.openxmlformats.org/drawingml/2006/main">
              <a:ext uri="{FF2B5EF4-FFF2-40B4-BE49-F238E27FC236}">
                <a16:creationId xmlns:a16="http://schemas.microsoft.com/office/drawing/2014/main" id="{E1281950-9D10-4A42-918F-9CF71AB5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88" y="382524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113348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0" name="bond-220">
            <a:extLst xmlns:a="http://schemas.openxmlformats.org/drawingml/2006/main">
              <a:ext uri="{FF2B5EF4-FFF2-40B4-BE49-F238E27FC236}">
                <a16:creationId xmlns:a16="http://schemas.microsoft.com/office/drawing/2014/main" id="{10D87D86-5F0F-4761-BD1D-07553EAD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3" y="3825240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1" name="bond-221">
            <a:extLst xmlns:a="http://schemas.openxmlformats.org/drawingml/2006/main">
              <a:ext uri="{FF2B5EF4-FFF2-40B4-BE49-F238E27FC236}">
                <a16:creationId xmlns:a16="http://schemas.microsoft.com/office/drawing/2014/main" id="{F863AD61-31BC-4DFB-AAB4-1FB40E1F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138" y="3938588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2" name="bond-222">
            <a:extLst xmlns:a="http://schemas.openxmlformats.org/drawingml/2006/main">
              <a:ext uri="{FF2B5EF4-FFF2-40B4-BE49-F238E27FC236}">
                <a16:creationId xmlns:a16="http://schemas.microsoft.com/office/drawing/2014/main" id="{C974445A-606F-439B-99D8-4C24D3CA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3" y="4165282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0"/>
                </a:moveTo>
                <a:lnTo>
                  <a:pt x="0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3" name="bond-223">
            <a:extLst xmlns:a="http://schemas.openxmlformats.org/drawingml/2006/main">
              <a:ext uri="{FF2B5EF4-FFF2-40B4-BE49-F238E27FC236}">
                <a16:creationId xmlns:a16="http://schemas.microsoft.com/office/drawing/2014/main" id="{C15096E9-9028-40AC-B2F7-84B5F0BB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88" y="4165282"/>
            <a:ext cx="200025" cy="113348"/>
          </a:xfrm>
          <a:custGeom xmlns:a="http://schemas.openxmlformats.org/drawingml/2006/main">
            <a:pathLst>
              <a:path w="200025" h="113348">
                <a:moveTo>
                  <a:pt x="200025" y="1133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4" name="bond-224">
            <a:extLst xmlns:a="http://schemas.openxmlformats.org/drawingml/2006/main">
              <a:ext uri="{FF2B5EF4-FFF2-40B4-BE49-F238E27FC236}">
                <a16:creationId xmlns:a16="http://schemas.microsoft.com/office/drawing/2014/main" id="{DB7FA9F0-F82A-478E-BED6-08991F4A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88" y="3938588"/>
            <a:ext cx="95" cy="226695"/>
          </a:xfrm>
          <a:custGeom xmlns:a="http://schemas.openxmlformats.org/drawingml/2006/main">
            <a:pathLst>
              <a:path w="95" h="226695">
                <a:moveTo>
                  <a:pt x="0" y="226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5" name="bond-225">
            <a:extLst xmlns:a="http://schemas.openxmlformats.org/drawingml/2006/main">
              <a:ext uri="{FF2B5EF4-FFF2-40B4-BE49-F238E27FC236}">
                <a16:creationId xmlns:a16="http://schemas.microsoft.com/office/drawing/2014/main" id="{742B69A5-63F8-4174-A27C-88872ED6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092" y="3870579"/>
            <a:ext cx="160020" cy="90678"/>
          </a:xfrm>
          <a:custGeom xmlns:a="http://schemas.openxmlformats.org/drawingml/2006/main">
            <a:pathLst>
              <a:path w="160020" h="90678">
                <a:moveTo>
                  <a:pt x="0" y="90678"/>
                </a:moveTo>
                <a:lnTo>
                  <a:pt x="1600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6" name="bond-226">
            <a:extLst xmlns:a="http://schemas.openxmlformats.org/drawingml/2006/main">
              <a:ext uri="{FF2B5EF4-FFF2-40B4-BE49-F238E27FC236}">
                <a16:creationId xmlns:a16="http://schemas.microsoft.com/office/drawing/2014/main" id="{67B63A11-B565-4F88-BBFE-5D99AF8F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133" y="3961257"/>
            <a:ext cx="95" cy="181356"/>
          </a:xfrm>
          <a:custGeom xmlns:a="http://schemas.openxmlformats.org/drawingml/2006/main">
            <a:pathLst>
              <a:path w="95" h="181356">
                <a:moveTo>
                  <a:pt x="0" y="0"/>
                </a:moveTo>
                <a:lnTo>
                  <a:pt x="0" y="181356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7" name="bond-227">
            <a:extLst xmlns:a="http://schemas.openxmlformats.org/drawingml/2006/main">
              <a:ext uri="{FF2B5EF4-FFF2-40B4-BE49-F238E27FC236}">
                <a16:creationId xmlns:a16="http://schemas.microsoft.com/office/drawing/2014/main" id="{3EB4E5DF-815F-466E-832B-1B4A2695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092" y="4142613"/>
            <a:ext cx="160020" cy="90678"/>
          </a:xfrm>
          <a:custGeom xmlns:a="http://schemas.openxmlformats.org/drawingml/2006/main">
            <a:pathLst>
              <a:path w="160020" h="90678">
                <a:moveTo>
                  <a:pt x="160020" y="90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8" name="bond-228">
            <a:extLst xmlns:a="http://schemas.openxmlformats.org/drawingml/2006/main">
              <a:ext uri="{FF2B5EF4-FFF2-40B4-BE49-F238E27FC236}">
                <a16:creationId xmlns:a16="http://schemas.microsoft.com/office/drawing/2014/main" id="{0A69DDB4-EBD4-48A7-9567-4B554AB0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278630"/>
            <a:ext cx="95" cy="226695"/>
          </a:xfrm>
          <a:custGeom xmlns:a="http://schemas.openxmlformats.org/drawingml/2006/main">
            <a:pathLst>
              <a:path w="95" h="226695">
                <a:moveTo>
                  <a:pt x="0" y="0"/>
                </a:moveTo>
                <a:lnTo>
                  <a:pt x="0" y="22669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29" name="bond-229">
            <a:extLst xmlns:a="http://schemas.openxmlformats.org/drawingml/2006/main">
              <a:ext uri="{FF2B5EF4-FFF2-40B4-BE49-F238E27FC236}">
                <a16:creationId xmlns:a16="http://schemas.microsoft.com/office/drawing/2014/main" id="{7ED3FB5B-319E-47E2-8A4D-9EF9D42A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505325"/>
            <a:ext cx="200025" cy="113348"/>
          </a:xfrm>
          <a:custGeom xmlns:a="http://schemas.openxmlformats.org/drawingml/2006/main">
            <a:pathLst>
              <a:path w="200025" h="113348">
                <a:moveTo>
                  <a:pt x="0" y="0"/>
                </a:moveTo>
                <a:lnTo>
                  <a:pt x="200025" y="113348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30" name="bond-230">
            <a:extLst xmlns:a="http://schemas.openxmlformats.org/drawingml/2006/main">
              <a:ext uri="{FF2B5EF4-FFF2-40B4-BE49-F238E27FC236}">
                <a16:creationId xmlns:a16="http://schemas.microsoft.com/office/drawing/2014/main" id="{A5B63C50-FB28-4F70-B05A-3F204C7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2704" y="4550241"/>
            <a:ext cx="140018" cy="80010"/>
          </a:xfrm>
          <a:custGeom xmlns:a="http://schemas.openxmlformats.org/drawingml/2006/main">
            <a:pathLst>
              <a:path w="140018" h="80010">
                <a:moveTo>
                  <a:pt x="0" y="80010"/>
                </a:moveTo>
                <a:lnTo>
                  <a:pt x="140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31" name="bond-231">
            <a:extLst xmlns:a="http://schemas.openxmlformats.org/drawingml/2006/main">
              <a:ext uri="{FF2B5EF4-FFF2-40B4-BE49-F238E27FC236}">
                <a16:creationId xmlns:a16="http://schemas.microsoft.com/office/drawing/2014/main" id="{1C8CA62D-3A53-48E0-8DFE-88F5FDB2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471" y="4527084"/>
            <a:ext cx="140018" cy="80010"/>
          </a:xfrm>
          <a:custGeom xmlns:a="http://schemas.openxmlformats.org/drawingml/2006/main">
            <a:pathLst>
              <a:path w="140018" h="80010">
                <a:moveTo>
                  <a:pt x="0" y="80010"/>
                </a:moveTo>
                <a:lnTo>
                  <a:pt x="140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32" name="text-O-232">
            <a:extLst xmlns:a="http://schemas.openxmlformats.org/drawingml/2006/main">
              <a:ext uri="{FF2B5EF4-FFF2-40B4-BE49-F238E27FC236}">
                <a16:creationId xmlns:a16="http://schemas.microsoft.com/office/drawing/2014/main" id="{68581647-A7CA-4011-94D5-28665087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2768" y="443811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33" name="bond-233">
            <a:extLst xmlns:a="http://schemas.openxmlformats.org/drawingml/2006/main">
              <a:ext uri="{FF2B5EF4-FFF2-40B4-BE49-F238E27FC236}">
                <a16:creationId xmlns:a16="http://schemas.microsoft.com/office/drawing/2014/main" id="{2A6D44C6-FDD9-4B58-B1E3-712DBF3E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88" y="4618673"/>
            <a:ext cx="95" cy="180022"/>
          </a:xfrm>
          <a:custGeom xmlns:a="http://schemas.openxmlformats.org/drawingml/2006/main">
            <a:pathLst>
              <a:path w="95" h="180022">
                <a:moveTo>
                  <a:pt x="0" y="0"/>
                </a:moveTo>
                <a:lnTo>
                  <a:pt x="0" y="180022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1726"/>
            </a:solidFill>
            <a:prstDash val="solid"/>
          </a:ln>
        </p:spPr>
      </p:sp>
      <p:sp>
        <p:nvSpPr>
          <p:cNvPr id="234" name="text-HN-234">
            <a:extLst xmlns:a="http://schemas.openxmlformats.org/drawingml/2006/main">
              <a:ext uri="{FF2B5EF4-FFF2-40B4-BE49-F238E27FC236}">
                <a16:creationId xmlns:a16="http://schemas.microsoft.com/office/drawing/2014/main" id="{899D6442-24EC-4C75-8751-948B31FA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405" y="4784827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HN</a:t>
            </a:r>
          </a:p>
        </p:txBody>
      </p:sp>
      <p:sp>
        <p:nvSpPr>
          <p:cNvPr id="235" name="bond-235">
            <a:extLst xmlns:a="http://schemas.openxmlformats.org/drawingml/2006/main">
              <a:ext uri="{FF2B5EF4-FFF2-40B4-BE49-F238E27FC236}">
                <a16:creationId xmlns:a16="http://schemas.microsoft.com/office/drawing/2014/main" id="{5AFC3702-F26E-44A9-88AF-8D7EE731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878705"/>
            <a:ext cx="106680" cy="53340"/>
          </a:xfrm>
          <a:custGeom xmlns:a="http://schemas.openxmlformats.org/drawingml/2006/main">
            <a:pathLst>
              <a:path w="106680" h="53340">
                <a:moveTo>
                  <a:pt x="0" y="0"/>
                </a:moveTo>
                <a:lnTo>
                  <a:pt x="106680" y="5334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1726"/>
            </a:solidFill>
            <a:prstDash val="solid"/>
          </a:ln>
        </p:spPr>
      </p:sp>
      <p:sp>
        <p:nvSpPr>
          <p:cNvPr id="236" name="text-N-236">
            <a:extLst xmlns:a="http://schemas.openxmlformats.org/drawingml/2006/main">
              <a:ext uri="{FF2B5EF4-FFF2-40B4-BE49-F238E27FC236}">
                <a16:creationId xmlns:a16="http://schemas.microsoft.com/office/drawing/2014/main" id="{7A369463-2CCE-41F0-8A45-8B471365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2768" y="4904842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37" name="bond-237">
            <a:extLst xmlns:a="http://schemas.openxmlformats.org/drawingml/2006/main">
              <a:ext uri="{FF2B5EF4-FFF2-40B4-BE49-F238E27FC236}">
                <a16:creationId xmlns:a16="http://schemas.microsoft.com/office/drawing/2014/main" id="{D56D5F71-093F-46BC-BEE9-A5AE7932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110" y="5038725"/>
            <a:ext cx="95" cy="146685"/>
          </a:xfrm>
          <a:custGeom xmlns:a="http://schemas.openxmlformats.org/drawingml/2006/main">
            <a:pathLst>
              <a:path w="95" h="146685">
                <a:moveTo>
                  <a:pt x="0" y="0"/>
                </a:moveTo>
                <a:lnTo>
                  <a:pt x="0" y="14668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238" name="bond-238">
            <a:extLst xmlns:a="http://schemas.openxmlformats.org/drawingml/2006/main">
              <a:ext uri="{FF2B5EF4-FFF2-40B4-BE49-F238E27FC236}">
                <a16:creationId xmlns:a16="http://schemas.microsoft.com/office/drawing/2014/main" id="{8C53CAF2-75A3-4557-9E00-A1E1BB0D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780" y="5038725"/>
            <a:ext cx="95" cy="146685"/>
          </a:xfrm>
          <a:custGeom xmlns:a="http://schemas.openxmlformats.org/drawingml/2006/main">
            <a:pathLst>
              <a:path w="95" h="146685">
                <a:moveTo>
                  <a:pt x="0" y="0"/>
                </a:moveTo>
                <a:lnTo>
                  <a:pt x="0" y="14668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239" name="bond-239">
            <a:extLst xmlns:a="http://schemas.openxmlformats.org/drawingml/2006/main">
              <a:ext uri="{FF2B5EF4-FFF2-40B4-BE49-F238E27FC236}">
                <a16:creationId xmlns:a16="http://schemas.microsoft.com/office/drawing/2014/main" id="{92A40826-B979-406D-9A2A-AD0D7898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6088" y="5185410"/>
            <a:ext cx="193357" cy="113347"/>
          </a:xfrm>
          <a:custGeom xmlns:a="http://schemas.openxmlformats.org/drawingml/2006/main">
            <a:pathLst>
              <a:path w="193357" h="113347">
                <a:moveTo>
                  <a:pt x="193357" y="0"/>
                </a:moveTo>
                <a:lnTo>
                  <a:pt x="0" y="11334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40" name="bond-240">
            <a:extLst xmlns:a="http://schemas.openxmlformats.org/drawingml/2006/main">
              <a:ext uri="{FF2B5EF4-FFF2-40B4-BE49-F238E27FC236}">
                <a16:creationId xmlns:a16="http://schemas.microsoft.com/office/drawing/2014/main" id="{791D9C23-D17F-443E-8D9F-11FB0F0E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9403" y="5212080"/>
            <a:ext cx="146685" cy="86678"/>
          </a:xfrm>
          <a:custGeom xmlns:a="http://schemas.openxmlformats.org/drawingml/2006/main">
            <a:pathLst>
              <a:path w="146685" h="86678">
                <a:moveTo>
                  <a:pt x="146685" y="866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41" name="text-HO-241">
            <a:extLst xmlns:a="http://schemas.openxmlformats.org/drawingml/2006/main">
              <a:ext uri="{FF2B5EF4-FFF2-40B4-BE49-F238E27FC236}">
                <a16:creationId xmlns:a16="http://schemas.microsoft.com/office/drawing/2014/main" id="{5B78AAD9-00DA-40FB-9369-E82ED5DE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048" y="512486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242" name="bond-242">
            <a:extLst xmlns:a="http://schemas.openxmlformats.org/drawingml/2006/main">
              <a:ext uri="{FF2B5EF4-FFF2-40B4-BE49-F238E27FC236}">
                <a16:creationId xmlns:a16="http://schemas.microsoft.com/office/drawing/2014/main" id="{AE76E9A7-C4E6-441A-A007-7F1DD971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445" y="5185410"/>
            <a:ext cx="106680" cy="60007"/>
          </a:xfrm>
          <a:custGeom xmlns:a="http://schemas.openxmlformats.org/drawingml/2006/main">
            <a:pathLst>
              <a:path w="106680" h="60007">
                <a:moveTo>
                  <a:pt x="0" y="0"/>
                </a:moveTo>
                <a:lnTo>
                  <a:pt x="106680" y="60007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20B4"/>
            </a:solidFill>
            <a:prstDash val="solid"/>
          </a:ln>
        </p:spPr>
      </p:sp>
      <p:sp>
        <p:nvSpPr>
          <p:cNvPr id="243" name="bond-243">
            <a:extLst xmlns:a="http://schemas.openxmlformats.org/drawingml/2006/main">
              <a:ext uri="{FF2B5EF4-FFF2-40B4-BE49-F238E27FC236}">
                <a16:creationId xmlns:a16="http://schemas.microsoft.com/office/drawing/2014/main" id="{A7FA9927-2309-4FDF-9A0A-DCEDDACE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245417"/>
            <a:ext cx="86677" cy="53340"/>
          </a:xfrm>
          <a:custGeom xmlns:a="http://schemas.openxmlformats.org/drawingml/2006/main">
            <a:pathLst>
              <a:path w="86677" h="53340">
                <a:moveTo>
                  <a:pt x="0" y="0"/>
                </a:moveTo>
                <a:lnTo>
                  <a:pt x="86677" y="5334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44" name="bond-244">
            <a:extLst xmlns:a="http://schemas.openxmlformats.org/drawingml/2006/main">
              <a:ext uri="{FF2B5EF4-FFF2-40B4-BE49-F238E27FC236}">
                <a16:creationId xmlns:a16="http://schemas.microsoft.com/office/drawing/2014/main" id="{CABBFF82-A40C-4FA2-ABB6-EBEB62E6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803" y="5298758"/>
            <a:ext cx="95" cy="186690"/>
          </a:xfrm>
          <a:custGeom xmlns:a="http://schemas.openxmlformats.org/drawingml/2006/main">
            <a:pathLst>
              <a:path w="95" h="186690">
                <a:moveTo>
                  <a:pt x="0" y="0"/>
                </a:moveTo>
                <a:lnTo>
                  <a:pt x="0" y="18669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222"/>
            </a:solidFill>
            <a:prstDash val="solid"/>
          </a:ln>
        </p:spPr>
      </p:sp>
      <p:sp>
        <p:nvSpPr>
          <p:cNvPr id="245" name="text-OH-245">
            <a:extLst xmlns:a="http://schemas.openxmlformats.org/drawingml/2006/main">
              <a:ext uri="{FF2B5EF4-FFF2-40B4-BE49-F238E27FC236}">
                <a16:creationId xmlns:a16="http://schemas.microsoft.com/office/drawing/2014/main" id="{96216433-177E-45A8-BCD9-4FF5EC46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798" y="5471579"/>
            <a:ext cx="173355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OH</a:t>
            </a:r>
          </a:p>
        </p:txBody>
      </p:sp>
      <p:sp>
        <p:nvSpPr>
          <p:cNvPr id="246" name="text-Na⁺-246">
            <a:extLst xmlns:a="http://schemas.openxmlformats.org/drawingml/2006/main">
              <a:ext uri="{FF2B5EF4-FFF2-40B4-BE49-F238E27FC236}">
                <a16:creationId xmlns:a16="http://schemas.microsoft.com/office/drawing/2014/main" id="{ED457E3D-2C30-4B42-B5CE-EF83AF50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734" y="3641750"/>
            <a:ext cx="210826" cy="12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9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9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Na⁺</a:t>
            </a:r>
          </a:p>
        </p:txBody>
      </p:sp>
      <p:sp>
        <p:nvSpPr>
          <p:cNvPr id="247" name="text-m/z 295.1-247">
            <a:extLst xmlns:a="http://schemas.openxmlformats.org/drawingml/2006/main">
              <a:ext uri="{FF2B5EF4-FFF2-40B4-BE49-F238E27FC236}">
                <a16:creationId xmlns:a16="http://schemas.microsoft.com/office/drawing/2014/main" id="{1A69B154-3D3B-4ECA-8232-268E87B2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498249"/>
            <a:ext cx="933450" cy="134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4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4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m/z 295.1</a:t>
            </a:r>
          </a:p>
        </p:txBody>
      </p:sp>
    </p:spTree>
    <p:extLst>
      <p:ext uri="{BB962C8B-B14F-4D97-AF65-F5344CB8AC3E}">
        <p14:creationId xmlns:p14="http://schemas.microsoft.com/office/powerpoint/2010/main" val="1100976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0" name="text-A.-248">
            <a:extLst xmlns:a="http://schemas.openxmlformats.org/drawingml/2006/main">
              <a:ext uri="{FF2B5EF4-FFF2-40B4-BE49-F238E27FC236}">
                <a16:creationId xmlns:a16="http://schemas.microsoft.com/office/drawing/2014/main" id="{261C8046-6612-4A45-A711-89328BC6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594" y="267157"/>
            <a:ext cx="226771" cy="204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40" b="1">
                <a:solidFill>
                  <a:srgbClr val="293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40" b="1">
                <a:solidFill>
                  <a:srgbClr val="293F59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293F59"/>
                </a:solidFill>
                <a:latin typeface="Arial"/>
                <a:ea typeface="Arial"/>
                <a:cs typeface="Arial"/>
              </a:rPr>
              <a:t>A.</a:t>
            </a:r>
          </a:p>
        </p:txBody>
      </p:sp>
      <p:sp>
        <p:nvSpPr>
          <p:cNvPr id="2" name="text-B.-249">
            <a:extLst xmlns:a="http://schemas.openxmlformats.org/drawingml/2006/main">
              <a:ext uri="{FF2B5EF4-FFF2-40B4-BE49-F238E27FC236}">
                <a16:creationId xmlns:a16="http://schemas.microsoft.com/office/drawing/2014/main" id="{23D5431B-E75C-4C1E-A85C-753963C4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594" y="1918792"/>
            <a:ext cx="226771" cy="204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40" b="1">
                <a:solidFill>
                  <a:srgbClr val="293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40" b="1">
                <a:solidFill>
                  <a:srgbClr val="293F59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293F59"/>
                </a:solidFill>
                <a:latin typeface="Arial"/>
                <a:ea typeface="Arial"/>
                <a:cs typeface="Arial"/>
              </a:rPr>
              <a:t>B.</a:t>
            </a:r>
          </a:p>
        </p:txBody>
      </p:sp>
      <p:sp>
        <p:nvSpPr>
          <p:cNvPr id="3" name="text-C.-250">
            <a:extLst xmlns:a="http://schemas.openxmlformats.org/drawingml/2006/main">
              <a:ext uri="{FF2B5EF4-FFF2-40B4-BE49-F238E27FC236}">
                <a16:creationId xmlns:a16="http://schemas.microsoft.com/office/drawing/2014/main" id="{84F525B0-24A9-46CB-885E-50D4F19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594" y="3690442"/>
            <a:ext cx="226771" cy="204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40" b="1">
                <a:solidFill>
                  <a:srgbClr val="293F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40" b="1">
                <a:solidFill>
                  <a:srgbClr val="293F59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293F59"/>
                </a:solidFill>
                <a:latin typeface="Arial"/>
                <a:ea typeface="Arial"/>
                <a:cs typeface="Arial"/>
              </a:rPr>
              <a:t>C.</a:t>
            </a:r>
          </a:p>
        </p:txBody>
      </p:sp>
      <p:sp>
        <p:nvSpPr>
          <p:cNvPr id="4" name="text-R¹-251">
            <a:extLst xmlns:a="http://schemas.openxmlformats.org/drawingml/2006/main">
              <a:ext uri="{FF2B5EF4-FFF2-40B4-BE49-F238E27FC236}">
                <a16:creationId xmlns:a16="http://schemas.microsoft.com/office/drawing/2014/main" id="{AAFDBE71-6297-4186-AF4A-8E251597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620573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R¹</a:t>
            </a:r>
          </a:p>
        </p:txBody>
      </p:sp>
      <p:sp>
        <p:nvSpPr>
          <p:cNvPr id="5" name="bond-252">
            <a:extLst xmlns:a="http://schemas.openxmlformats.org/drawingml/2006/main">
              <a:ext uri="{FF2B5EF4-FFF2-40B4-BE49-F238E27FC236}">
                <a16:creationId xmlns:a16="http://schemas.microsoft.com/office/drawing/2014/main" id="{A53B9C52-533B-43CE-9200-CED98D37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603885"/>
            <a:ext cx="34290" cy="28575"/>
          </a:xfrm>
          <a:custGeom xmlns:a="http://schemas.openxmlformats.org/drawingml/2006/main">
            <a:pathLst>
              <a:path w="34290" h="28575">
                <a:moveTo>
                  <a:pt x="0" y="28575"/>
                </a:moveTo>
                <a:lnTo>
                  <a:pt x="34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6" name="text-CH-253">
            <a:extLst xmlns:a="http://schemas.openxmlformats.org/drawingml/2006/main">
              <a:ext uri="{FF2B5EF4-FFF2-40B4-BE49-F238E27FC236}">
                <a16:creationId xmlns:a16="http://schemas.microsoft.com/office/drawing/2014/main" id="{3B4CD42A-4C91-417C-A955-BCD40896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511988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37C8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7" name="bond-254">
            <a:extLst xmlns:a="http://schemas.openxmlformats.org/drawingml/2006/main">
              <a:ext uri="{FF2B5EF4-FFF2-40B4-BE49-F238E27FC236}">
                <a16:creationId xmlns:a16="http://schemas.microsoft.com/office/drawing/2014/main" id="{0926FB5C-22A7-483C-88CE-4C0055F3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480" y="592455"/>
            <a:ext cx="45720" cy="34290"/>
          </a:xfrm>
          <a:custGeom xmlns:a="http://schemas.openxmlformats.org/drawingml/2006/main">
            <a:pathLst>
              <a:path w="45720" h="34290">
                <a:moveTo>
                  <a:pt x="0" y="0"/>
                </a:moveTo>
                <a:lnTo>
                  <a:pt x="45720" y="3429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737C8"/>
            </a:solidFill>
            <a:prstDash val="solid"/>
          </a:ln>
        </p:spPr>
      </p:sp>
      <p:sp>
        <p:nvSpPr>
          <p:cNvPr id="8" name="text-CH-255">
            <a:extLst xmlns:a="http://schemas.openxmlformats.org/drawingml/2006/main">
              <a:ext uri="{FF2B5EF4-FFF2-40B4-BE49-F238E27FC236}">
                <a16:creationId xmlns:a16="http://schemas.microsoft.com/office/drawing/2014/main" id="{1CA59CE8-B66F-4555-9F21-C0E9A667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915" y="626288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37C8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9" name="bond-256">
            <a:extLst xmlns:a="http://schemas.openxmlformats.org/drawingml/2006/main">
              <a:ext uri="{FF2B5EF4-FFF2-40B4-BE49-F238E27FC236}">
                <a16:creationId xmlns:a16="http://schemas.microsoft.com/office/drawing/2014/main" id="{7C4AFE9E-371F-4B7D-8D31-73202476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790" y="603885"/>
            <a:ext cx="74295" cy="34290"/>
          </a:xfrm>
          <a:custGeom xmlns:a="http://schemas.openxmlformats.org/drawingml/2006/main">
            <a:pathLst>
              <a:path w="74295" h="34290">
                <a:moveTo>
                  <a:pt x="0" y="34290"/>
                </a:moveTo>
                <a:lnTo>
                  <a:pt x="7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0" name="text-R²-257">
            <a:extLst xmlns:a="http://schemas.openxmlformats.org/drawingml/2006/main">
              <a:ext uri="{FF2B5EF4-FFF2-40B4-BE49-F238E27FC236}">
                <a16:creationId xmlns:a16="http://schemas.microsoft.com/office/drawing/2014/main" id="{9B4B4707-A645-49BA-8433-96473CF0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940" y="500558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R²</a:t>
            </a:r>
          </a:p>
        </p:txBody>
      </p:sp>
      <p:sp>
        <p:nvSpPr>
          <p:cNvPr id="11" name="text-+-258">
            <a:extLst xmlns:a="http://schemas.openxmlformats.org/drawingml/2006/main">
              <a:ext uri="{FF2B5EF4-FFF2-40B4-BE49-F238E27FC236}">
                <a16:creationId xmlns:a16="http://schemas.microsoft.com/office/drawing/2014/main" id="{FEFB4901-48FF-44B9-9ACA-FDE301C8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76224"/>
            <a:ext cx="148590" cy="8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3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3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2" name="text-O-259">
            <a:extLst xmlns:a="http://schemas.openxmlformats.org/drawingml/2006/main">
              <a:ext uri="{FF2B5EF4-FFF2-40B4-BE49-F238E27FC236}">
                <a16:creationId xmlns:a16="http://schemas.microsoft.com/office/drawing/2014/main" id="{17A6EAAF-EC9A-492E-BB2C-1E2484E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755" y="386258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3" name="bond-260">
            <a:extLst xmlns:a="http://schemas.openxmlformats.org/drawingml/2006/main">
              <a:ext uri="{FF2B5EF4-FFF2-40B4-BE49-F238E27FC236}">
                <a16:creationId xmlns:a16="http://schemas.microsoft.com/office/drawing/2014/main" id="{DFC004E0-64B9-45F3-B64A-0ACD8D5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489585"/>
            <a:ext cx="95" cy="114300"/>
          </a:xfrm>
          <a:custGeom xmlns:a="http://schemas.openxmlformats.org/drawingml/2006/main"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1726"/>
            </a:solidFill>
            <a:prstDash val="solid"/>
          </a:ln>
        </p:spPr>
      </p:sp>
      <p:sp>
        <p:nvSpPr>
          <p:cNvPr id="14" name="bond-261">
            <a:extLst xmlns:a="http://schemas.openxmlformats.org/drawingml/2006/main">
              <a:ext uri="{FF2B5EF4-FFF2-40B4-BE49-F238E27FC236}">
                <a16:creationId xmlns:a16="http://schemas.microsoft.com/office/drawing/2014/main" id="{E153BE4F-57B4-4CE0-9D24-4A63C17F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338" y="489585"/>
            <a:ext cx="95" cy="114300"/>
          </a:xfrm>
          <a:custGeom xmlns:a="http://schemas.openxmlformats.org/drawingml/2006/main"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1726"/>
            </a:solidFill>
            <a:prstDash val="solid"/>
          </a:ln>
        </p:spPr>
      </p:sp>
      <p:sp>
        <p:nvSpPr>
          <p:cNvPr id="15" name="text-C-262">
            <a:extLst xmlns:a="http://schemas.openxmlformats.org/drawingml/2006/main">
              <a:ext uri="{FF2B5EF4-FFF2-40B4-BE49-F238E27FC236}">
                <a16:creationId xmlns:a16="http://schemas.microsoft.com/office/drawing/2014/main" id="{D5E6D9A3-D1B5-4C87-AB5D-AC07754A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755" y="603428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" name="bond-263">
            <a:extLst xmlns:a="http://schemas.openxmlformats.org/drawingml/2006/main">
              <a:ext uri="{FF2B5EF4-FFF2-40B4-BE49-F238E27FC236}">
                <a16:creationId xmlns:a16="http://schemas.microsoft.com/office/drawing/2014/main" id="{2636ACEB-04C3-4423-9884-A7007BC9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678180"/>
            <a:ext cx="91440" cy="51435"/>
          </a:xfrm>
          <a:custGeom xmlns:a="http://schemas.openxmlformats.org/drawingml/2006/main">
            <a:pathLst>
              <a:path w="91440" h="51435">
                <a:moveTo>
                  <a:pt x="91440" y="0"/>
                </a:moveTo>
                <a:lnTo>
                  <a:pt x="0" y="5143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7" name="text-H₃C-264">
            <a:extLst xmlns:a="http://schemas.openxmlformats.org/drawingml/2006/main">
              <a:ext uri="{FF2B5EF4-FFF2-40B4-BE49-F238E27FC236}">
                <a16:creationId xmlns:a16="http://schemas.microsoft.com/office/drawing/2014/main" id="{E7946F27-96EF-477A-B711-5A08E0EC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351" y="700583"/>
            <a:ext cx="191338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H₃C</a:t>
            </a:r>
          </a:p>
        </p:txBody>
      </p:sp>
      <p:sp>
        <p:nvSpPr>
          <p:cNvPr id="18" name="bond-265">
            <a:extLst xmlns:a="http://schemas.openxmlformats.org/drawingml/2006/main">
              <a:ext uri="{FF2B5EF4-FFF2-40B4-BE49-F238E27FC236}">
                <a16:creationId xmlns:a16="http://schemas.microsoft.com/office/drawing/2014/main" id="{794F24B9-8C63-49A8-93EA-65BDC07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770" y="678180"/>
            <a:ext cx="97155" cy="57150"/>
          </a:xfrm>
          <a:custGeom xmlns:a="http://schemas.openxmlformats.org/drawingml/2006/main">
            <a:pathLst>
              <a:path w="97155" h="57150">
                <a:moveTo>
                  <a:pt x="0" y="0"/>
                </a:moveTo>
                <a:lnTo>
                  <a:pt x="9715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9" name="text-CH₃-266">
            <a:extLst xmlns:a="http://schemas.openxmlformats.org/drawingml/2006/main">
              <a:ext uri="{FF2B5EF4-FFF2-40B4-BE49-F238E27FC236}">
                <a16:creationId xmlns:a16="http://schemas.microsoft.com/office/drawing/2014/main" id="{6247CE8E-1DE9-44C5-AD86-5AAE9982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696" y="712013"/>
            <a:ext cx="191338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20" name="bond-267">
            <a:extLst xmlns:a="http://schemas.openxmlformats.org/drawingml/2006/main">
              <a:ext uri="{FF2B5EF4-FFF2-40B4-BE49-F238E27FC236}">
                <a16:creationId xmlns:a16="http://schemas.microsoft.com/office/drawing/2014/main" id="{13FECE0A-AE84-4425-9521-F2E43FC5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615315"/>
            <a:ext cx="1040130" cy="95"/>
          </a:xfrm>
          <a:custGeom xmlns:a="http://schemas.openxmlformats.org/drawingml/2006/main">
            <a:pathLst>
              <a:path w="1040130" h="95">
                <a:moveTo>
                  <a:pt x="0" y="0"/>
                </a:moveTo>
                <a:lnTo>
                  <a:pt x="10401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1" name="bond-268">
            <a:extLst xmlns:a="http://schemas.openxmlformats.org/drawingml/2006/main">
              <a:ext uri="{FF2B5EF4-FFF2-40B4-BE49-F238E27FC236}">
                <a16:creationId xmlns:a16="http://schemas.microsoft.com/office/drawing/2014/main" id="{DEE6D7A4-D0EA-42CB-8B50-C8159176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75310"/>
            <a:ext cx="62865" cy="40005"/>
          </a:xfrm>
          <a:custGeom xmlns:a="http://schemas.openxmlformats.org/drawingml/2006/main">
            <a:pathLst>
              <a:path w="62865" h="40005">
                <a:moveTo>
                  <a:pt x="0" y="0"/>
                </a:moveTo>
                <a:lnTo>
                  <a:pt x="62865" y="4000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2" name="bond-269">
            <a:extLst xmlns:a="http://schemas.openxmlformats.org/drawingml/2006/main">
              <a:ext uri="{FF2B5EF4-FFF2-40B4-BE49-F238E27FC236}">
                <a16:creationId xmlns:a16="http://schemas.microsoft.com/office/drawing/2014/main" id="{F5D301A9-8AE8-4A5C-8C60-C89F7E27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15315"/>
            <a:ext cx="62865" cy="40005"/>
          </a:xfrm>
          <a:custGeom xmlns:a="http://schemas.openxmlformats.org/drawingml/2006/main">
            <a:pathLst>
              <a:path w="62865" h="40005">
                <a:moveTo>
                  <a:pt x="0" y="40005"/>
                </a:moveTo>
                <a:lnTo>
                  <a:pt x="628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3" name="text-Paternò–Büchi reaction-270">
            <a:extLst xmlns:a="http://schemas.openxmlformats.org/drawingml/2006/main">
              <a:ext uri="{FF2B5EF4-FFF2-40B4-BE49-F238E27FC236}">
                <a16:creationId xmlns:a16="http://schemas.microsoft.com/office/drawing/2014/main" id="{4A529C77-0A77-48F0-9B39-E38220B4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0840"/>
            <a:ext cx="1371600" cy="8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Paternò–Büchi reaction</a:t>
            </a:r>
          </a:p>
        </p:txBody>
      </p:sp>
      <p:sp>
        <p:nvSpPr>
          <p:cNvPr id="24" name="text-hν (254 nm)-271">
            <a:extLst xmlns:a="http://schemas.openxmlformats.org/drawingml/2006/main">
              <a:ext uri="{FF2B5EF4-FFF2-40B4-BE49-F238E27FC236}">
                <a16:creationId xmlns:a16="http://schemas.microsoft.com/office/drawing/2014/main" id="{650E20EA-8EC4-4765-A204-E0C94E97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93725"/>
            <a:ext cx="971550" cy="8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hν (254 nm)</a:t>
            </a:r>
          </a:p>
        </p:txBody>
      </p:sp>
      <p:sp>
        <p:nvSpPr>
          <p:cNvPr id="25" name="text-O-272">
            <a:extLst xmlns:a="http://schemas.openxmlformats.org/drawingml/2006/main">
              <a:ext uri="{FF2B5EF4-FFF2-40B4-BE49-F238E27FC236}">
                <a16:creationId xmlns:a16="http://schemas.microsoft.com/office/drawing/2014/main" id="{005CAEAB-76D4-4B82-9973-D2E3EBC9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397688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6" name="text-CH-273">
            <a:extLst xmlns:a="http://schemas.openxmlformats.org/drawingml/2006/main">
              <a:ext uri="{FF2B5EF4-FFF2-40B4-BE49-F238E27FC236}">
                <a16:creationId xmlns:a16="http://schemas.microsoft.com/office/drawing/2014/main" id="{798CF396-5EBB-4171-8049-1D88AD06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180" y="397688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37C8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27" name="text-C-274">
            <a:extLst xmlns:a="http://schemas.openxmlformats.org/drawingml/2006/main">
              <a:ext uri="{FF2B5EF4-FFF2-40B4-BE49-F238E27FC236}">
                <a16:creationId xmlns:a16="http://schemas.microsoft.com/office/drawing/2014/main" id="{0175C6A4-CEA6-4679-A036-DC0999FC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440" y="609143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text-CH-275">
            <a:extLst xmlns:a="http://schemas.openxmlformats.org/drawingml/2006/main">
              <a:ext uri="{FF2B5EF4-FFF2-40B4-BE49-F238E27FC236}">
                <a16:creationId xmlns:a16="http://schemas.microsoft.com/office/drawing/2014/main" id="{4AB0592A-C2F7-44E0-AA54-3F4573F5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180" y="609143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37C8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29" name="bond-276">
            <a:extLst xmlns:a="http://schemas.openxmlformats.org/drawingml/2006/main">
              <a:ext uri="{FF2B5EF4-FFF2-40B4-BE49-F238E27FC236}">
                <a16:creationId xmlns:a16="http://schemas.microsoft.com/office/drawing/2014/main" id="{83BFE7ED-8C3C-4BF4-B0C8-49AB2887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455" y="449580"/>
            <a:ext cx="85725" cy="95"/>
          </a:xfrm>
          <a:custGeom xmlns:a="http://schemas.openxmlformats.org/drawingml/2006/main">
            <a:pathLst>
              <a:path w="85725" h="9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1726"/>
            </a:solidFill>
            <a:prstDash val="solid"/>
          </a:ln>
        </p:spPr>
      </p:sp>
      <p:sp>
        <p:nvSpPr>
          <p:cNvPr id="30" name="bond-277">
            <a:extLst xmlns:a="http://schemas.openxmlformats.org/drawingml/2006/main">
              <a:ext uri="{FF2B5EF4-FFF2-40B4-BE49-F238E27FC236}">
                <a16:creationId xmlns:a16="http://schemas.microsoft.com/office/drawing/2014/main" id="{36D0DAD9-B869-463D-A3DB-3E26D081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735" y="501015"/>
            <a:ext cx="95" cy="97155"/>
          </a:xfrm>
          <a:custGeom xmlns:a="http://schemas.openxmlformats.org/drawingml/2006/main">
            <a:pathLst>
              <a:path w="95" h="97155">
                <a:moveTo>
                  <a:pt x="0" y="0"/>
                </a:moveTo>
                <a:lnTo>
                  <a:pt x="0" y="9715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31" name="bond-278">
            <a:extLst xmlns:a="http://schemas.openxmlformats.org/drawingml/2006/main">
              <a:ext uri="{FF2B5EF4-FFF2-40B4-BE49-F238E27FC236}">
                <a16:creationId xmlns:a16="http://schemas.microsoft.com/office/drawing/2014/main" id="{EA16125E-E933-4031-8E34-EB909079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170" y="655320"/>
            <a:ext cx="74295" cy="95"/>
          </a:xfrm>
          <a:custGeom xmlns:a="http://schemas.openxmlformats.org/drawingml/2006/main">
            <a:pathLst>
              <a:path w="74295" h="95">
                <a:moveTo>
                  <a:pt x="0" y="0"/>
                </a:moveTo>
                <a:lnTo>
                  <a:pt x="7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F1726"/>
            </a:solidFill>
            <a:prstDash val="solid"/>
          </a:ln>
        </p:spPr>
      </p:sp>
      <p:sp>
        <p:nvSpPr>
          <p:cNvPr id="32" name="bond-279">
            <a:extLst xmlns:a="http://schemas.openxmlformats.org/drawingml/2006/main">
              <a:ext uri="{FF2B5EF4-FFF2-40B4-BE49-F238E27FC236}">
                <a16:creationId xmlns:a16="http://schemas.microsoft.com/office/drawing/2014/main" id="{F62CC645-73CF-48EA-BF9D-B4FA061E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1015"/>
            <a:ext cx="95" cy="91440"/>
          </a:xfrm>
          <a:custGeom xmlns:a="http://schemas.openxmlformats.org/drawingml/2006/main">
            <a:pathLst>
              <a:path w="95" h="91440">
                <a:moveTo>
                  <a:pt x="0" y="0"/>
                </a:moveTo>
                <a:lnTo>
                  <a:pt x="0" y="9144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33" name="bond-280">
            <a:extLst xmlns:a="http://schemas.openxmlformats.org/drawingml/2006/main">
              <a:ext uri="{FF2B5EF4-FFF2-40B4-BE49-F238E27FC236}">
                <a16:creationId xmlns:a16="http://schemas.microsoft.com/office/drawing/2014/main" id="{A7F1F61D-72AC-4383-83A6-7D5A0FDD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020" y="729615"/>
            <a:ext cx="95" cy="91440"/>
          </a:xfrm>
          <a:custGeom xmlns:a="http://schemas.openxmlformats.org/drawingml/2006/main">
            <a:pathLst>
              <a:path w="95" h="91440">
                <a:moveTo>
                  <a:pt x="0" y="0"/>
                </a:moveTo>
                <a:lnTo>
                  <a:pt x="0" y="9144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34" name="text-CH₃-281">
            <a:extLst xmlns:a="http://schemas.openxmlformats.org/drawingml/2006/main">
              <a:ext uri="{FF2B5EF4-FFF2-40B4-BE49-F238E27FC236}">
                <a16:creationId xmlns:a16="http://schemas.microsoft.com/office/drawing/2014/main" id="{BFA8582D-04FB-4C7D-A04E-9F048258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216" y="809168"/>
            <a:ext cx="191338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35" name="bond-282">
            <a:extLst xmlns:a="http://schemas.openxmlformats.org/drawingml/2006/main">
              <a:ext uri="{FF2B5EF4-FFF2-40B4-BE49-F238E27FC236}">
                <a16:creationId xmlns:a16="http://schemas.microsoft.com/office/drawing/2014/main" id="{1222C8B3-4998-4BD2-86CC-51E0DF30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4570" y="655320"/>
            <a:ext cx="108585" cy="95"/>
          </a:xfrm>
          <a:custGeom xmlns:a="http://schemas.openxmlformats.org/drawingml/2006/main">
            <a:pathLst>
              <a:path w="108585" h="95">
                <a:moveTo>
                  <a:pt x="10858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36" name="text-H₃C-283">
            <a:extLst xmlns:a="http://schemas.openxmlformats.org/drawingml/2006/main">
              <a:ext uri="{FF2B5EF4-FFF2-40B4-BE49-F238E27FC236}">
                <a16:creationId xmlns:a16="http://schemas.microsoft.com/office/drawing/2014/main" id="{0A1D24CB-79B3-4150-A5F3-EA6928FD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61" y="603428"/>
            <a:ext cx="191338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H₃C</a:t>
            </a:r>
          </a:p>
        </p:txBody>
      </p:sp>
      <p:sp>
        <p:nvSpPr>
          <p:cNvPr id="37" name="bond-284">
            <a:extLst xmlns:a="http://schemas.openxmlformats.org/drawingml/2006/main">
              <a:ext uri="{FF2B5EF4-FFF2-40B4-BE49-F238E27FC236}">
                <a16:creationId xmlns:a16="http://schemas.microsoft.com/office/drawing/2014/main" id="{3EE80E64-22CD-4ED2-A315-FD9D8819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0340" y="375285"/>
            <a:ext cx="68580" cy="34290"/>
          </a:xfrm>
          <a:custGeom xmlns:a="http://schemas.openxmlformats.org/drawingml/2006/main">
            <a:pathLst>
              <a:path w="68580" h="34290">
                <a:moveTo>
                  <a:pt x="0" y="34290"/>
                </a:moveTo>
                <a:lnTo>
                  <a:pt x="68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38" name="text-R¹-285">
            <a:extLst xmlns:a="http://schemas.openxmlformats.org/drawingml/2006/main">
              <a:ext uri="{FF2B5EF4-FFF2-40B4-BE49-F238E27FC236}">
                <a16:creationId xmlns:a16="http://schemas.microsoft.com/office/drawing/2014/main" id="{9A1A3C17-4E2D-46FF-B15F-EAC456ED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490" y="283388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R¹</a:t>
            </a:r>
          </a:p>
        </p:txBody>
      </p:sp>
      <p:sp>
        <p:nvSpPr>
          <p:cNvPr id="39" name="bond-286">
            <a:extLst xmlns:a="http://schemas.openxmlformats.org/drawingml/2006/main">
              <a:ext uri="{FF2B5EF4-FFF2-40B4-BE49-F238E27FC236}">
                <a16:creationId xmlns:a16="http://schemas.microsoft.com/office/drawing/2014/main" id="{FE13EB52-202C-4E1C-952C-C91E6F04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055" y="695325"/>
            <a:ext cx="68580" cy="40005"/>
          </a:xfrm>
          <a:custGeom xmlns:a="http://schemas.openxmlformats.org/drawingml/2006/main">
            <a:pathLst>
              <a:path w="68580" h="40005">
                <a:moveTo>
                  <a:pt x="0" y="0"/>
                </a:moveTo>
                <a:lnTo>
                  <a:pt x="68580" y="4000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40" name="text-R²-287">
            <a:extLst xmlns:a="http://schemas.openxmlformats.org/drawingml/2006/main">
              <a:ext uri="{FF2B5EF4-FFF2-40B4-BE49-F238E27FC236}">
                <a16:creationId xmlns:a16="http://schemas.microsoft.com/office/drawing/2014/main" id="{53671F11-FC4A-4B81-8AA2-C2BD8879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490" y="700583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R²</a:t>
            </a:r>
          </a:p>
        </p:txBody>
      </p:sp>
      <p:sp>
        <p:nvSpPr>
          <p:cNvPr id="41" name="bond-288">
            <a:extLst xmlns:a="http://schemas.openxmlformats.org/drawingml/2006/main">
              <a:ext uri="{FF2B5EF4-FFF2-40B4-BE49-F238E27FC236}">
                <a16:creationId xmlns:a16="http://schemas.microsoft.com/office/drawing/2014/main" id="{EB22BCAE-11A4-4478-BDFD-2BF7EB9D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445" y="518160"/>
            <a:ext cx="51435" cy="51435"/>
          </a:xfrm>
          <a:custGeom xmlns:a="http://schemas.openxmlformats.org/drawingml/2006/main">
            <a:pathLst>
              <a:path w="51435" h="51435">
                <a:moveTo>
                  <a:pt x="0" y="51435"/>
                </a:moveTo>
                <a:lnTo>
                  <a:pt x="514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144">
            <a:solidFill>
              <a:srgbClr val="FF1726"/>
            </a:solidFill>
            <a:prstDash val="solid"/>
          </a:ln>
        </p:spPr>
      </p:sp>
      <p:sp>
        <p:nvSpPr>
          <p:cNvPr id="42" name="bond-289">
            <a:extLst xmlns:a="http://schemas.openxmlformats.org/drawingml/2006/main">
              <a:ext uri="{FF2B5EF4-FFF2-40B4-BE49-F238E27FC236}">
                <a16:creationId xmlns:a16="http://schemas.microsoft.com/office/drawing/2014/main" id="{9360EA34-C2C6-4F0E-A759-F8F3A72C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305" y="535305"/>
            <a:ext cx="51435" cy="51435"/>
          </a:xfrm>
          <a:custGeom xmlns:a="http://schemas.openxmlformats.org/drawingml/2006/main">
            <a:pathLst>
              <a:path w="51435" h="51435">
                <a:moveTo>
                  <a:pt x="0" y="51435"/>
                </a:moveTo>
                <a:lnTo>
                  <a:pt x="514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144">
            <a:solidFill>
              <a:srgbClr val="FF1726"/>
            </a:solidFill>
            <a:prstDash val="solid"/>
          </a:ln>
        </p:spPr>
      </p:sp>
      <p:sp>
        <p:nvSpPr>
          <p:cNvPr id="43" name="bond-290">
            <a:extLst xmlns:a="http://schemas.openxmlformats.org/drawingml/2006/main">
              <a:ext uri="{FF2B5EF4-FFF2-40B4-BE49-F238E27FC236}">
                <a16:creationId xmlns:a16="http://schemas.microsoft.com/office/drawing/2014/main" id="{E18B7C0C-4B31-4D90-853E-49B9F8DF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185" y="518160"/>
            <a:ext cx="51435" cy="51435"/>
          </a:xfrm>
          <a:custGeom xmlns:a="http://schemas.openxmlformats.org/drawingml/2006/main">
            <a:pathLst>
              <a:path w="51435" h="51435">
                <a:moveTo>
                  <a:pt x="0" y="51435"/>
                </a:moveTo>
                <a:lnTo>
                  <a:pt x="514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144">
            <a:solidFill>
              <a:srgbClr val="FF1726"/>
            </a:solidFill>
            <a:prstDash val="solid"/>
          </a:ln>
        </p:spPr>
      </p:sp>
      <p:sp>
        <p:nvSpPr>
          <p:cNvPr id="44" name="bond-291">
            <a:extLst xmlns:a="http://schemas.openxmlformats.org/drawingml/2006/main">
              <a:ext uri="{FF2B5EF4-FFF2-40B4-BE49-F238E27FC236}">
                <a16:creationId xmlns:a16="http://schemas.microsoft.com/office/drawing/2014/main" id="{8D5A80A6-D365-49C4-996D-B4D4C4D6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045" y="535305"/>
            <a:ext cx="51435" cy="51435"/>
          </a:xfrm>
          <a:custGeom xmlns:a="http://schemas.openxmlformats.org/drawingml/2006/main">
            <a:pathLst>
              <a:path w="51435" h="51435">
                <a:moveTo>
                  <a:pt x="0" y="51435"/>
                </a:moveTo>
                <a:lnTo>
                  <a:pt x="514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144">
            <a:solidFill>
              <a:srgbClr val="FF1726"/>
            </a:solidFill>
            <a:prstDash val="solid"/>
          </a:ln>
        </p:spPr>
      </p:sp>
      <p:sp>
        <p:nvSpPr>
          <p:cNvPr id="45" name="bond-292">
            <a:extLst xmlns:a="http://schemas.openxmlformats.org/drawingml/2006/main">
              <a:ext uri="{FF2B5EF4-FFF2-40B4-BE49-F238E27FC236}">
                <a16:creationId xmlns:a16="http://schemas.microsoft.com/office/drawing/2014/main" id="{B6BA2B62-E926-4B8B-A3C0-5E63056C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385" y="615315"/>
            <a:ext cx="1045845" cy="95"/>
          </a:xfrm>
          <a:custGeom xmlns:a="http://schemas.openxmlformats.org/drawingml/2006/main">
            <a:pathLst>
              <a:path w="1045845" h="95">
                <a:moveTo>
                  <a:pt x="0" y="0"/>
                </a:moveTo>
                <a:lnTo>
                  <a:pt x="10458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46" name="bond-293">
            <a:extLst xmlns:a="http://schemas.openxmlformats.org/drawingml/2006/main">
              <a:ext uri="{FF2B5EF4-FFF2-40B4-BE49-F238E27FC236}">
                <a16:creationId xmlns:a16="http://schemas.microsoft.com/office/drawing/2014/main" id="{0E550AD0-AAC0-4622-A2F9-0A77DD20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365" y="575310"/>
            <a:ext cx="62865" cy="40005"/>
          </a:xfrm>
          <a:custGeom xmlns:a="http://schemas.openxmlformats.org/drawingml/2006/main">
            <a:pathLst>
              <a:path w="62865" h="40005">
                <a:moveTo>
                  <a:pt x="0" y="0"/>
                </a:moveTo>
                <a:lnTo>
                  <a:pt x="62865" y="4000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47" name="bond-294">
            <a:extLst xmlns:a="http://schemas.openxmlformats.org/drawingml/2006/main">
              <a:ext uri="{FF2B5EF4-FFF2-40B4-BE49-F238E27FC236}">
                <a16:creationId xmlns:a16="http://schemas.microsoft.com/office/drawing/2014/main" id="{53169801-1FD9-471A-BC39-97A0D4B3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365" y="615315"/>
            <a:ext cx="62865" cy="40005"/>
          </a:xfrm>
          <a:custGeom xmlns:a="http://schemas.openxmlformats.org/drawingml/2006/main">
            <a:pathLst>
              <a:path w="62865" h="40005">
                <a:moveTo>
                  <a:pt x="0" y="40005"/>
                </a:moveTo>
                <a:lnTo>
                  <a:pt x="628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48" name="text-CID / MS/MS-295">
            <a:extLst xmlns:a="http://schemas.openxmlformats.org/drawingml/2006/main">
              <a:ext uri="{FF2B5EF4-FFF2-40B4-BE49-F238E27FC236}">
                <a16:creationId xmlns:a16="http://schemas.microsoft.com/office/drawing/2014/main" id="{BA84C7F2-12FD-496C-B122-679AD326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70840"/>
            <a:ext cx="1085850" cy="8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CID / MS/MS</a:t>
            </a:r>
          </a:p>
        </p:txBody>
      </p:sp>
      <p:sp>
        <p:nvSpPr>
          <p:cNvPr id="49" name="text-R¹-296">
            <a:extLst xmlns:a="http://schemas.openxmlformats.org/drawingml/2006/main">
              <a:ext uri="{FF2B5EF4-FFF2-40B4-BE49-F238E27FC236}">
                <a16:creationId xmlns:a16="http://schemas.microsoft.com/office/drawing/2014/main" id="{AE2FAAD8-2361-479F-8FDC-AFB1E3D0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105" y="620573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R¹</a:t>
            </a:r>
          </a:p>
        </p:txBody>
      </p:sp>
      <p:sp>
        <p:nvSpPr>
          <p:cNvPr id="50" name="bond-297">
            <a:extLst xmlns:a="http://schemas.openxmlformats.org/drawingml/2006/main">
              <a:ext uri="{FF2B5EF4-FFF2-40B4-BE49-F238E27FC236}">
                <a16:creationId xmlns:a16="http://schemas.microsoft.com/office/drawing/2014/main" id="{186E8C55-BCAE-483B-AB5F-AFAA81FA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03885"/>
            <a:ext cx="34290" cy="28575"/>
          </a:xfrm>
          <a:custGeom xmlns:a="http://schemas.openxmlformats.org/drawingml/2006/main">
            <a:pathLst>
              <a:path w="34290" h="28575">
                <a:moveTo>
                  <a:pt x="0" y="28575"/>
                </a:moveTo>
                <a:lnTo>
                  <a:pt x="34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51" name="text-CH-298">
            <a:extLst xmlns:a="http://schemas.openxmlformats.org/drawingml/2006/main">
              <a:ext uri="{FF2B5EF4-FFF2-40B4-BE49-F238E27FC236}">
                <a16:creationId xmlns:a16="http://schemas.microsoft.com/office/drawing/2014/main" id="{A874D66C-58B9-4F17-A745-B626D546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511988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37C8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52" name="bond-299">
            <a:extLst xmlns:a="http://schemas.openxmlformats.org/drawingml/2006/main">
              <a:ext uri="{FF2B5EF4-FFF2-40B4-BE49-F238E27FC236}">
                <a16:creationId xmlns:a16="http://schemas.microsoft.com/office/drawing/2014/main" id="{53AB494B-9455-446C-ACAE-5C2DB36D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603" y="608393"/>
            <a:ext cx="68580" cy="34290"/>
          </a:xfrm>
          <a:custGeom xmlns:a="http://schemas.openxmlformats.org/drawingml/2006/main">
            <a:pathLst>
              <a:path w="68580" h="34290">
                <a:moveTo>
                  <a:pt x="0" y="0"/>
                </a:moveTo>
                <a:lnTo>
                  <a:pt x="68580" y="3429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53" name="bond-300">
            <a:extLst xmlns:a="http://schemas.openxmlformats.org/drawingml/2006/main">
              <a:ext uri="{FF2B5EF4-FFF2-40B4-BE49-F238E27FC236}">
                <a16:creationId xmlns:a16="http://schemas.microsoft.com/office/drawing/2014/main" id="{ACE363BC-022B-4B15-8588-41761E3C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827" y="587947"/>
            <a:ext cx="68580" cy="34290"/>
          </a:xfrm>
          <a:custGeom xmlns:a="http://schemas.openxmlformats.org/drawingml/2006/main">
            <a:pathLst>
              <a:path w="68580" h="34290">
                <a:moveTo>
                  <a:pt x="0" y="0"/>
                </a:moveTo>
                <a:lnTo>
                  <a:pt x="68580" y="3429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54" name="text-O-301">
            <a:extLst xmlns:a="http://schemas.openxmlformats.org/drawingml/2006/main">
              <a:ext uri="{FF2B5EF4-FFF2-40B4-BE49-F238E27FC236}">
                <a16:creationId xmlns:a16="http://schemas.microsoft.com/office/drawing/2014/main" id="{35E5AF62-9079-4C5D-A167-69B3BB07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0" y="614858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FF1726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FF1726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5" name="text-+-302">
            <a:extLst xmlns:a="http://schemas.openxmlformats.org/drawingml/2006/main">
              <a:ext uri="{FF2B5EF4-FFF2-40B4-BE49-F238E27FC236}">
                <a16:creationId xmlns:a16="http://schemas.microsoft.com/office/drawing/2014/main" id="{78419564-ABE2-486B-B0BA-E81E073A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610" y="576224"/>
            <a:ext cx="148590" cy="8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3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3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6" name="text-R²-303">
            <a:extLst xmlns:a="http://schemas.openxmlformats.org/drawingml/2006/main">
              <a:ext uri="{FF2B5EF4-FFF2-40B4-BE49-F238E27FC236}">
                <a16:creationId xmlns:a16="http://schemas.microsoft.com/office/drawing/2014/main" id="{39487F45-E285-4386-88FD-58DDB5B1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9128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R²</a:t>
            </a:r>
          </a:p>
        </p:txBody>
      </p:sp>
      <p:sp>
        <p:nvSpPr>
          <p:cNvPr id="57" name="bond-304">
            <a:extLst xmlns:a="http://schemas.openxmlformats.org/drawingml/2006/main">
              <a:ext uri="{FF2B5EF4-FFF2-40B4-BE49-F238E27FC236}">
                <a16:creationId xmlns:a16="http://schemas.microsoft.com/office/drawing/2014/main" id="{FB46CB7D-076F-4E76-A023-DBD228F3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805" y="483870"/>
            <a:ext cx="34290" cy="17145"/>
          </a:xfrm>
          <a:custGeom xmlns:a="http://schemas.openxmlformats.org/drawingml/2006/main">
            <a:pathLst>
              <a:path w="34290" h="17145">
                <a:moveTo>
                  <a:pt x="0" y="17145"/>
                </a:moveTo>
                <a:lnTo>
                  <a:pt x="34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58" name="text-CH-305">
            <a:extLst xmlns:a="http://schemas.openxmlformats.org/drawingml/2006/main">
              <a:ext uri="{FF2B5EF4-FFF2-40B4-BE49-F238E27FC236}">
                <a16:creationId xmlns:a16="http://schemas.microsoft.com/office/drawing/2014/main" id="{B0B6D1C4-DCBF-4150-A221-6A7A3C65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380" y="386258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1737C8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1737C8"/>
                </a:solidFill>
                <a:latin typeface="Arial"/>
                <a:ea typeface="Arial"/>
                <a:cs typeface="Arial"/>
              </a:rPr>
              <a:t>CH</a:t>
            </a:r>
          </a:p>
        </p:txBody>
      </p:sp>
      <p:sp>
        <p:nvSpPr>
          <p:cNvPr id="59" name="bond-306">
            <a:extLst xmlns:a="http://schemas.openxmlformats.org/drawingml/2006/main">
              <a:ext uri="{FF2B5EF4-FFF2-40B4-BE49-F238E27FC236}">
                <a16:creationId xmlns:a16="http://schemas.microsoft.com/office/drawing/2014/main" id="{3EA40CB0-0A80-48B3-BBE9-D77A5338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074" y="482055"/>
            <a:ext cx="80010" cy="51435"/>
          </a:xfrm>
          <a:custGeom xmlns:a="http://schemas.openxmlformats.org/drawingml/2006/main">
            <a:pathLst>
              <a:path w="80010" h="51435">
                <a:moveTo>
                  <a:pt x="0" y="0"/>
                </a:moveTo>
                <a:lnTo>
                  <a:pt x="80010" y="5143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60" name="bond-307">
            <a:extLst xmlns:a="http://schemas.openxmlformats.org/drawingml/2006/main">
              <a:ext uri="{FF2B5EF4-FFF2-40B4-BE49-F238E27FC236}">
                <a16:creationId xmlns:a16="http://schemas.microsoft.com/office/drawing/2014/main" id="{9D3F5357-BD00-4932-A5D5-279D507B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436" y="462825"/>
            <a:ext cx="80010" cy="51435"/>
          </a:xfrm>
          <a:custGeom xmlns:a="http://schemas.openxmlformats.org/drawingml/2006/main">
            <a:pathLst>
              <a:path w="80010" h="51435">
                <a:moveTo>
                  <a:pt x="0" y="0"/>
                </a:moveTo>
                <a:lnTo>
                  <a:pt x="80010" y="5143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61" name="text-C-308">
            <a:extLst xmlns:a="http://schemas.openxmlformats.org/drawingml/2006/main">
              <a:ext uri="{FF2B5EF4-FFF2-40B4-BE49-F238E27FC236}">
                <a16:creationId xmlns:a16="http://schemas.microsoft.com/office/drawing/2014/main" id="{B115DEAB-F22C-4E37-9CF7-C73D5E4D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489128"/>
            <a:ext cx="148590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2" name="bond-309">
            <a:extLst xmlns:a="http://schemas.openxmlformats.org/drawingml/2006/main">
              <a:ext uri="{FF2B5EF4-FFF2-40B4-BE49-F238E27FC236}">
                <a16:creationId xmlns:a16="http://schemas.microsoft.com/office/drawing/2014/main" id="{BAA442BD-82A3-401A-B660-F4E94494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461010"/>
            <a:ext cx="91440" cy="51435"/>
          </a:xfrm>
          <a:custGeom xmlns:a="http://schemas.openxmlformats.org/drawingml/2006/main">
            <a:pathLst>
              <a:path w="91440" h="51435">
                <a:moveTo>
                  <a:pt x="0" y="51435"/>
                </a:moveTo>
                <a:lnTo>
                  <a:pt x="914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63" name="text-CH₃-310">
            <a:extLst xmlns:a="http://schemas.openxmlformats.org/drawingml/2006/main">
              <a:ext uri="{FF2B5EF4-FFF2-40B4-BE49-F238E27FC236}">
                <a16:creationId xmlns:a16="http://schemas.microsoft.com/office/drawing/2014/main" id="{A781D492-AF2D-4EC4-A5BD-2704246A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6486" y="397688"/>
            <a:ext cx="191338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64" name="bond-311">
            <a:extLst xmlns:a="http://schemas.openxmlformats.org/drawingml/2006/main">
              <a:ext uri="{FF2B5EF4-FFF2-40B4-BE49-F238E27FC236}">
                <a16:creationId xmlns:a16="http://schemas.microsoft.com/office/drawing/2014/main" id="{BF122C75-CF21-44E2-93BB-BE270581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592455"/>
            <a:ext cx="95" cy="120015"/>
          </a:xfrm>
          <a:custGeom xmlns:a="http://schemas.openxmlformats.org/drawingml/2006/main">
            <a:pathLst>
              <a:path w="95" h="120015">
                <a:moveTo>
                  <a:pt x="0" y="0"/>
                </a:moveTo>
                <a:lnTo>
                  <a:pt x="0" y="12001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65" name="text-CH₃-312">
            <a:extLst xmlns:a="http://schemas.openxmlformats.org/drawingml/2006/main">
              <a:ext uri="{FF2B5EF4-FFF2-40B4-BE49-F238E27FC236}">
                <a16:creationId xmlns:a16="http://schemas.microsoft.com/office/drawing/2014/main" id="{D95A133C-519A-47A9-B7AF-7598E75E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3606" y="712013"/>
            <a:ext cx="191338" cy="115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1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CH₃</a:t>
            </a:r>
          </a:p>
        </p:txBody>
      </p:sp>
      <p:sp>
        <p:nvSpPr>
          <p:cNvPr id="66" name="text-Unsaturated lipid-313">
            <a:extLst xmlns:a="http://schemas.openxmlformats.org/drawingml/2006/main">
              <a:ext uri="{FF2B5EF4-FFF2-40B4-BE49-F238E27FC236}">
                <a16:creationId xmlns:a16="http://schemas.microsoft.com/office/drawing/2014/main" id="{46ADA6E5-FAE6-4D4E-B895-BA05A1AD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130" y="1059485"/>
            <a:ext cx="1143000" cy="8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Unsaturated lipid</a:t>
            </a:r>
          </a:p>
        </p:txBody>
      </p:sp>
      <p:sp>
        <p:nvSpPr>
          <p:cNvPr id="67" name="text-Acetone-314">
            <a:extLst xmlns:a="http://schemas.openxmlformats.org/drawingml/2006/main">
              <a:ext uri="{FF2B5EF4-FFF2-40B4-BE49-F238E27FC236}">
                <a16:creationId xmlns:a16="http://schemas.microsoft.com/office/drawing/2014/main" id="{0A71B943-0420-426C-8AA6-9974272A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545" y="1059485"/>
            <a:ext cx="322440" cy="8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Acetone</a:t>
            </a:r>
          </a:p>
        </p:txBody>
      </p:sp>
      <p:sp>
        <p:nvSpPr>
          <p:cNvPr id="68" name="text-Oxetane A (representative)-315">
            <a:extLst xmlns:a="http://schemas.openxmlformats.org/drawingml/2006/main">
              <a:ext uri="{FF2B5EF4-FFF2-40B4-BE49-F238E27FC236}">
                <a16:creationId xmlns:a16="http://schemas.microsoft.com/office/drawing/2014/main" id="{B904228F-E275-4A57-8CC8-5C9EC926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505" y="1059485"/>
            <a:ext cx="1485900" cy="8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Oxetane A (representative)</a:t>
            </a:r>
          </a:p>
        </p:txBody>
      </p:sp>
      <p:sp>
        <p:nvSpPr>
          <p:cNvPr id="69" name="text-Carbonyl fragment-316">
            <a:extLst xmlns:a="http://schemas.openxmlformats.org/drawingml/2006/main">
              <a:ext uri="{FF2B5EF4-FFF2-40B4-BE49-F238E27FC236}">
                <a16:creationId xmlns:a16="http://schemas.microsoft.com/office/drawing/2014/main" id="{03A7E271-4876-4C26-AFD6-BAEBF929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060" y="1059485"/>
            <a:ext cx="1200150" cy="8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Carbonyl fragment</a:t>
            </a:r>
          </a:p>
        </p:txBody>
      </p:sp>
      <p:sp>
        <p:nvSpPr>
          <p:cNvPr id="70" name="text-Alkene fragment-317">
            <a:extLst xmlns:a="http://schemas.openxmlformats.org/drawingml/2006/main">
              <a:ext uri="{FF2B5EF4-FFF2-40B4-BE49-F238E27FC236}">
                <a16:creationId xmlns:a16="http://schemas.microsoft.com/office/drawing/2014/main" id="{032C38C9-FC19-4D3A-A84C-541BBA06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059485"/>
            <a:ext cx="1143000" cy="8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8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Alkene fragment</a:t>
            </a:r>
          </a:p>
        </p:txBody>
      </p:sp>
      <p:sp>
        <p:nvSpPr>
          <p:cNvPr id="71" name="text-Position-specific fragment connectivity-318">
            <a:extLst xmlns:a="http://schemas.openxmlformats.org/drawingml/2006/main">
              <a:ext uri="{FF2B5EF4-FFF2-40B4-BE49-F238E27FC236}">
                <a16:creationId xmlns:a16="http://schemas.microsoft.com/office/drawing/2014/main" id="{AA5E4945-D9CD-4634-9FE6-39048B40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930" y="1176985"/>
            <a:ext cx="2171700" cy="7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Position-specific fragment connectivity</a:t>
            </a:r>
          </a:p>
        </p:txBody>
      </p:sp>
      <p:sp>
        <p:nvSpPr>
          <p:cNvPr id="72" name="text-Charges not assigned to generic R groups-319">
            <a:extLst xmlns:a="http://schemas.openxmlformats.org/drawingml/2006/main">
              <a:ext uri="{FF2B5EF4-FFF2-40B4-BE49-F238E27FC236}">
                <a16:creationId xmlns:a16="http://schemas.microsoft.com/office/drawing/2014/main" id="{8ACCE4CE-622E-4C24-867F-D91DE771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80" y="1262710"/>
            <a:ext cx="2286000" cy="7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Charges not assigned to generic R groups</a:t>
            </a:r>
          </a:p>
        </p:txBody>
      </p:sp>
      <p:sp>
        <p:nvSpPr>
          <p:cNvPr id="73" name="bond-320">
            <a:extLst xmlns:a="http://schemas.openxmlformats.org/drawingml/2006/main">
              <a:ext uri="{FF2B5EF4-FFF2-40B4-BE49-F238E27FC236}">
                <a16:creationId xmlns:a16="http://schemas.microsoft.com/office/drawing/2014/main" id="{781155D3-1739-4005-8BDC-30291391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865" y="1398270"/>
            <a:ext cx="114300" cy="95"/>
          </a:xfrm>
          <a:custGeom xmlns:a="http://schemas.openxmlformats.org/drawingml/2006/main">
            <a:pathLst>
              <a:path w="114300" h="9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7">
            <a:solidFill>
              <a:srgbClr val="FF1726"/>
            </a:solidFill>
            <a:prstDash val="solid"/>
          </a:ln>
        </p:spPr>
      </p:sp>
      <p:sp>
        <p:nvSpPr>
          <p:cNvPr id="74" name="text-New ring bonds-321">
            <a:extLst xmlns:a="http://schemas.openxmlformats.org/drawingml/2006/main">
              <a:ext uri="{FF2B5EF4-FFF2-40B4-BE49-F238E27FC236}">
                <a16:creationId xmlns:a16="http://schemas.microsoft.com/office/drawing/2014/main" id="{7F9C8214-C208-446A-8D4F-04021546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155" y="1365580"/>
            <a:ext cx="685800" cy="7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New ring bonds</a:t>
            </a:r>
          </a:p>
        </p:txBody>
      </p:sp>
      <p:sp>
        <p:nvSpPr>
          <p:cNvPr id="75" name="bond-322">
            <a:extLst xmlns:a="http://schemas.openxmlformats.org/drawingml/2006/main">
              <a:ext uri="{FF2B5EF4-FFF2-40B4-BE49-F238E27FC236}">
                <a16:creationId xmlns:a16="http://schemas.microsoft.com/office/drawing/2014/main" id="{A48DC7A3-2611-4404-AD3E-D0E79467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405" y="1369695"/>
            <a:ext cx="45720" cy="51435"/>
          </a:xfrm>
          <a:custGeom xmlns:a="http://schemas.openxmlformats.org/drawingml/2006/main">
            <a:pathLst>
              <a:path w="45720" h="51435">
                <a:moveTo>
                  <a:pt x="0" y="51435"/>
                </a:moveTo>
                <a:lnTo>
                  <a:pt x="45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7">
            <a:solidFill>
              <a:srgbClr val="FF1726"/>
            </a:solidFill>
            <a:prstDash val="solid"/>
          </a:ln>
        </p:spPr>
      </p:sp>
      <p:sp>
        <p:nvSpPr>
          <p:cNvPr id="76" name="bond-323">
            <a:extLst xmlns:a="http://schemas.openxmlformats.org/drawingml/2006/main">
              <a:ext uri="{FF2B5EF4-FFF2-40B4-BE49-F238E27FC236}">
                <a16:creationId xmlns:a16="http://schemas.microsoft.com/office/drawing/2014/main" id="{487420DB-C8BB-4B2C-9062-C07FFD96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265" y="1375410"/>
            <a:ext cx="45720" cy="51435"/>
          </a:xfrm>
          <a:custGeom xmlns:a="http://schemas.openxmlformats.org/drawingml/2006/main">
            <a:pathLst>
              <a:path w="45720" h="51435">
                <a:moveTo>
                  <a:pt x="0" y="51435"/>
                </a:moveTo>
                <a:lnTo>
                  <a:pt x="45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287">
            <a:solidFill>
              <a:srgbClr val="FF1726"/>
            </a:solidFill>
            <a:prstDash val="solid"/>
          </a:ln>
        </p:spPr>
      </p:sp>
      <p:sp>
        <p:nvSpPr>
          <p:cNvPr id="77" name="text-CID scission marks-324">
            <a:extLst xmlns:a="http://schemas.openxmlformats.org/drawingml/2006/main">
              <a:ext uri="{FF2B5EF4-FFF2-40B4-BE49-F238E27FC236}">
                <a16:creationId xmlns:a16="http://schemas.microsoft.com/office/drawing/2014/main" id="{51FFC899-39CF-4B1F-8586-10134A5F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110" y="1365580"/>
            <a:ext cx="914400" cy="7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CID scission marks</a:t>
            </a:r>
          </a:p>
        </p:txBody>
      </p:sp>
      <p:sp>
        <p:nvSpPr>
          <p:cNvPr id="78" name="text-Regioisomer B interchanges R¹ and R².-325">
            <a:extLst xmlns:a="http://schemas.openxmlformats.org/drawingml/2006/main">
              <a:ext uri="{FF2B5EF4-FFF2-40B4-BE49-F238E27FC236}">
                <a16:creationId xmlns:a16="http://schemas.microsoft.com/office/drawing/2014/main" id="{A22A4414-F061-4A84-B0BB-F73F2AD4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070" y="1365580"/>
            <a:ext cx="1714500" cy="7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5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54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54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Regioisomer B interchanges R¹ and R².</a:t>
            </a:r>
          </a:p>
        </p:txBody>
      </p:sp>
      <p:sp>
        <p:nvSpPr>
          <p:cNvPr id="79" name="text-C-326">
            <a:extLst xmlns:a="http://schemas.openxmlformats.org/drawingml/2006/main">
              <a:ext uri="{FF2B5EF4-FFF2-40B4-BE49-F238E27FC236}">
                <a16:creationId xmlns:a16="http://schemas.microsoft.com/office/drawing/2014/main" id="{794F1874-0DC0-4DC6-9D19-B17502A9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099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0" name="text-O-327">
            <a:extLst xmlns:a="http://schemas.openxmlformats.org/drawingml/2006/main">
              <a:ext uri="{FF2B5EF4-FFF2-40B4-BE49-F238E27FC236}">
                <a16:creationId xmlns:a16="http://schemas.microsoft.com/office/drawing/2014/main" id="{CB829875-2B0C-4CA9-8C06-5DD1C47D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602" y="2030806"/>
            <a:ext cx="102366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81" name="text-H-328">
            <a:extLst xmlns:a="http://schemas.openxmlformats.org/drawingml/2006/main">
              <a:ext uri="{FF2B5EF4-FFF2-40B4-BE49-F238E27FC236}">
                <a16:creationId xmlns:a16="http://schemas.microsoft.com/office/drawing/2014/main" id="{30C2F44A-5B1C-4D78-AFA9-47CD7EE6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364" y="242514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2" name="text-3-329">
            <a:extLst xmlns:a="http://schemas.openxmlformats.org/drawingml/2006/main">
              <a:ext uri="{FF2B5EF4-FFF2-40B4-BE49-F238E27FC236}">
                <a16:creationId xmlns:a16="http://schemas.microsoft.com/office/drawing/2014/main" id="{F7EEAC3C-A041-49F0-B4F3-0618E441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308" y="2485140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3" name="text-C-330">
            <a:extLst xmlns:a="http://schemas.openxmlformats.org/drawingml/2006/main">
              <a:ext uri="{FF2B5EF4-FFF2-40B4-BE49-F238E27FC236}">
                <a16:creationId xmlns:a16="http://schemas.microsoft.com/office/drawing/2014/main" id="{603DD868-08E4-4D3C-92DE-7F96FAD3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499" y="242514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4" name="text-C-331">
            <a:extLst xmlns:a="http://schemas.openxmlformats.org/drawingml/2006/main">
              <a:ext uri="{FF2B5EF4-FFF2-40B4-BE49-F238E27FC236}">
                <a16:creationId xmlns:a16="http://schemas.microsoft.com/office/drawing/2014/main" id="{BDAB9BED-ED91-4133-968A-F2A3F535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14" y="242514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5" name="text-H-332">
            <a:extLst xmlns:a="http://schemas.openxmlformats.org/drawingml/2006/main">
              <a:ext uri="{FF2B5EF4-FFF2-40B4-BE49-F238E27FC236}">
                <a16:creationId xmlns:a16="http://schemas.microsoft.com/office/drawing/2014/main" id="{1A050B3E-94C0-4963-B943-33129D96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357" y="242514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6" name="text-3-333">
            <a:extLst xmlns:a="http://schemas.openxmlformats.org/drawingml/2006/main">
              <a:ext uri="{FF2B5EF4-FFF2-40B4-BE49-F238E27FC236}">
                <a16:creationId xmlns:a16="http://schemas.microsoft.com/office/drawing/2014/main" id="{E78B0A11-902C-4308-9492-00D3164A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301" y="2485140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7" name="bond-334">
            <a:extLst xmlns:a="http://schemas.openxmlformats.org/drawingml/2006/main">
              <a:ext uri="{FF2B5EF4-FFF2-40B4-BE49-F238E27FC236}">
                <a16:creationId xmlns:a16="http://schemas.microsoft.com/office/drawing/2014/main" id="{5A5CECCF-AB13-4083-B647-42F87223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643" y="2155622"/>
            <a:ext cx="95" cy="148361"/>
          </a:xfrm>
          <a:custGeom xmlns:a="http://schemas.openxmlformats.org/drawingml/2006/main">
            <a:pathLst>
              <a:path w="95" h="148361">
                <a:moveTo>
                  <a:pt x="0" y="1483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88" name="bond-335">
            <a:extLst xmlns:a="http://schemas.openxmlformats.org/drawingml/2006/main">
              <a:ext uri="{FF2B5EF4-FFF2-40B4-BE49-F238E27FC236}">
                <a16:creationId xmlns:a16="http://schemas.microsoft.com/office/drawing/2014/main" id="{CA1FFCD4-F9FB-420E-BDBA-143D0C25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927" y="2155622"/>
            <a:ext cx="95" cy="148361"/>
          </a:xfrm>
          <a:custGeom xmlns:a="http://schemas.openxmlformats.org/drawingml/2006/main">
            <a:pathLst>
              <a:path w="95" h="148361">
                <a:moveTo>
                  <a:pt x="0" y="1483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89" name="bond-336">
            <a:extLst xmlns:a="http://schemas.openxmlformats.org/drawingml/2006/main">
              <a:ext uri="{FF2B5EF4-FFF2-40B4-BE49-F238E27FC236}">
                <a16:creationId xmlns:a16="http://schemas.microsoft.com/office/drawing/2014/main" id="{551B52A5-0FAD-4015-8143-3656BAC5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729" y="2391117"/>
            <a:ext cx="119511" cy="71707"/>
          </a:xfrm>
          <a:custGeom xmlns:a="http://schemas.openxmlformats.org/drawingml/2006/main">
            <a:pathLst>
              <a:path w="119511" h="71707">
                <a:moveTo>
                  <a:pt x="119511" y="0"/>
                </a:moveTo>
                <a:lnTo>
                  <a:pt x="0" y="71707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90" name="bond-337">
            <a:extLst xmlns:a="http://schemas.openxmlformats.org/drawingml/2006/main">
              <a:ext uri="{FF2B5EF4-FFF2-40B4-BE49-F238E27FC236}">
                <a16:creationId xmlns:a16="http://schemas.microsoft.com/office/drawing/2014/main" id="{D34F2EAC-64D7-4FBB-88CD-4CC898C2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329" y="2390318"/>
            <a:ext cx="125226" cy="73303"/>
          </a:xfrm>
          <a:custGeom xmlns:a="http://schemas.openxmlformats.org/drawingml/2006/main">
            <a:pathLst>
              <a:path w="125226" h="73303">
                <a:moveTo>
                  <a:pt x="0" y="0"/>
                </a:moveTo>
                <a:lnTo>
                  <a:pt x="125226" y="73303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91" name="text-+-338">
            <a:extLst xmlns:a="http://schemas.openxmlformats.org/drawingml/2006/main">
              <a:ext uri="{FF2B5EF4-FFF2-40B4-BE49-F238E27FC236}">
                <a16:creationId xmlns:a16="http://schemas.microsoft.com/office/drawing/2014/main" id="{C8DFA363-B7D2-45A0-9F14-FD4AF95A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00097"/>
            <a:ext cx="148590" cy="12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2" name="text-N-339">
            <a:extLst xmlns:a="http://schemas.openxmlformats.org/drawingml/2006/main">
              <a:ext uri="{FF2B5EF4-FFF2-40B4-BE49-F238E27FC236}">
                <a16:creationId xmlns:a16="http://schemas.microsoft.com/office/drawing/2014/main" id="{589CFF3F-242A-4282-B293-FA4FB5AA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24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93" name="text-+-340">
            <a:extLst xmlns:a="http://schemas.openxmlformats.org/drawingml/2006/main">
              <a:ext uri="{FF2B5EF4-FFF2-40B4-BE49-F238E27FC236}">
                <a16:creationId xmlns:a16="http://schemas.microsoft.com/office/drawing/2014/main" id="{E3C0FFBC-AEEB-4FC4-A1FF-97509055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067" y="2267512"/>
            <a:ext cx="50836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4" name="text-H-341">
            <a:extLst xmlns:a="http://schemas.openxmlformats.org/drawingml/2006/main">
              <a:ext uri="{FF2B5EF4-FFF2-40B4-BE49-F238E27FC236}">
                <a16:creationId xmlns:a16="http://schemas.microsoft.com/office/drawing/2014/main" id="{26558A1A-0734-42E1-A9FB-45F0C0AD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384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95" name="text-3-342">
            <a:extLst xmlns:a="http://schemas.openxmlformats.org/drawingml/2006/main">
              <a:ext uri="{FF2B5EF4-FFF2-40B4-BE49-F238E27FC236}">
                <a16:creationId xmlns:a16="http://schemas.microsoft.com/office/drawing/2014/main" id="{FBF1C866-DCA9-43E8-A0A2-13FACF76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328" y="2347980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6" name="text-C-343">
            <a:extLst xmlns:a="http://schemas.openxmlformats.org/drawingml/2006/main">
              <a:ext uri="{FF2B5EF4-FFF2-40B4-BE49-F238E27FC236}">
                <a16:creationId xmlns:a16="http://schemas.microsoft.com/office/drawing/2014/main" id="{8C96C788-7C35-4E0E-A570-86804861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519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7" name="text-C-344">
            <a:extLst xmlns:a="http://schemas.openxmlformats.org/drawingml/2006/main">
              <a:ext uri="{FF2B5EF4-FFF2-40B4-BE49-F238E27FC236}">
                <a16:creationId xmlns:a16="http://schemas.microsoft.com/office/drawing/2014/main" id="{7C2DF554-7071-44D3-BD3D-27E5FCF5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24" y="2030806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8" name="text-H-345">
            <a:extLst xmlns:a="http://schemas.openxmlformats.org/drawingml/2006/main">
              <a:ext uri="{FF2B5EF4-FFF2-40B4-BE49-F238E27FC236}">
                <a16:creationId xmlns:a16="http://schemas.microsoft.com/office/drawing/2014/main" id="{D98F2CC8-B15D-4678-9F8F-7364E2CD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067" y="2030806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99" name="text-3-346">
            <a:extLst xmlns:a="http://schemas.openxmlformats.org/drawingml/2006/main">
              <a:ext uri="{FF2B5EF4-FFF2-40B4-BE49-F238E27FC236}">
                <a16:creationId xmlns:a16="http://schemas.microsoft.com/office/drawing/2014/main" id="{DB98FB6B-1AB7-44BA-B4FC-CACA21BD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011" y="2090805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0" name="text-C-347">
            <a:extLst xmlns:a="http://schemas.openxmlformats.org/drawingml/2006/main">
              <a:ext uri="{FF2B5EF4-FFF2-40B4-BE49-F238E27FC236}">
                <a16:creationId xmlns:a16="http://schemas.microsoft.com/office/drawing/2014/main" id="{27EB4205-9A50-4318-8770-89AB111E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24" y="256230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1" name="text-H-348">
            <a:extLst xmlns:a="http://schemas.openxmlformats.org/drawingml/2006/main">
              <a:ext uri="{FF2B5EF4-FFF2-40B4-BE49-F238E27FC236}">
                <a16:creationId xmlns:a16="http://schemas.microsoft.com/office/drawing/2014/main" id="{E03C1598-349C-4D48-9C92-3A5994C8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067" y="256230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02" name="text-3-349">
            <a:extLst xmlns:a="http://schemas.openxmlformats.org/drawingml/2006/main">
              <a:ext uri="{FF2B5EF4-FFF2-40B4-BE49-F238E27FC236}">
                <a16:creationId xmlns:a16="http://schemas.microsoft.com/office/drawing/2014/main" id="{F5839FA4-F5B5-4736-B27E-FA160823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011" y="2622300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3" name="text-C-350">
            <a:extLst xmlns:a="http://schemas.openxmlformats.org/drawingml/2006/main">
              <a:ext uri="{FF2B5EF4-FFF2-40B4-BE49-F238E27FC236}">
                <a16:creationId xmlns:a16="http://schemas.microsoft.com/office/drawing/2014/main" id="{4323B0E0-A512-4779-8D00-6A7C2D7C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439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4" name="text-H-351">
            <a:extLst xmlns:a="http://schemas.openxmlformats.org/drawingml/2006/main">
              <a:ext uri="{FF2B5EF4-FFF2-40B4-BE49-F238E27FC236}">
                <a16:creationId xmlns:a16="http://schemas.microsoft.com/office/drawing/2014/main" id="{E8AC8539-5D40-4769-9876-D5261DA0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382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05" name="text-2-352">
            <a:extLst xmlns:a="http://schemas.openxmlformats.org/drawingml/2006/main">
              <a:ext uri="{FF2B5EF4-FFF2-40B4-BE49-F238E27FC236}">
                <a16:creationId xmlns:a16="http://schemas.microsoft.com/office/drawing/2014/main" id="{7F2D3D3F-4842-463F-99E6-B7843C5D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326" y="2347980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6" name="text-C-353">
            <a:extLst xmlns:a="http://schemas.openxmlformats.org/drawingml/2006/main">
              <a:ext uri="{FF2B5EF4-FFF2-40B4-BE49-F238E27FC236}">
                <a16:creationId xmlns:a16="http://schemas.microsoft.com/office/drawing/2014/main" id="{DB9C26FC-F1AA-4D3E-8321-1203962F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19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7" name="text-O-354">
            <a:extLst xmlns:a="http://schemas.openxmlformats.org/drawingml/2006/main">
              <a:ext uri="{FF2B5EF4-FFF2-40B4-BE49-F238E27FC236}">
                <a16:creationId xmlns:a16="http://schemas.microsoft.com/office/drawing/2014/main" id="{C825F655-1894-45AF-9770-768AA2BC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22" y="2030806"/>
            <a:ext cx="102366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08" name="text-N-355">
            <a:extLst xmlns:a="http://schemas.openxmlformats.org/drawingml/2006/main">
              <a:ext uri="{FF2B5EF4-FFF2-40B4-BE49-F238E27FC236}">
                <a16:creationId xmlns:a16="http://schemas.microsoft.com/office/drawing/2014/main" id="{EE819899-8FA5-47ED-90EB-A9537415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19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9" name="text-H-356">
            <a:extLst xmlns:a="http://schemas.openxmlformats.org/drawingml/2006/main">
              <a:ext uri="{FF2B5EF4-FFF2-40B4-BE49-F238E27FC236}">
                <a16:creationId xmlns:a16="http://schemas.microsoft.com/office/drawing/2014/main" id="{BA63CFE2-8757-4472-9ED6-BE49C776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162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10" name="text-N-357">
            <a:extLst xmlns:a="http://schemas.openxmlformats.org/drawingml/2006/main">
              <a:ext uri="{FF2B5EF4-FFF2-40B4-BE49-F238E27FC236}">
                <a16:creationId xmlns:a16="http://schemas.microsoft.com/office/drawing/2014/main" id="{23078016-F48D-442D-9BC3-F00CF941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29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11" name="text-H-358">
            <a:extLst xmlns:a="http://schemas.openxmlformats.org/drawingml/2006/main">
              <a:ext uri="{FF2B5EF4-FFF2-40B4-BE49-F238E27FC236}">
                <a16:creationId xmlns:a16="http://schemas.microsoft.com/office/drawing/2014/main" id="{4CD80996-DA36-4CA2-9557-4FE834F7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772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12" name="text-2-359">
            <a:extLst xmlns:a="http://schemas.openxmlformats.org/drawingml/2006/main">
              <a:ext uri="{FF2B5EF4-FFF2-40B4-BE49-F238E27FC236}">
                <a16:creationId xmlns:a16="http://schemas.microsoft.com/office/drawing/2014/main" id="{AE5C89C0-E20A-44A6-AFA1-E0AB2DB9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716" y="2347980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3" name="bond-360">
            <a:extLst xmlns:a="http://schemas.openxmlformats.org/drawingml/2006/main">
              <a:ext uri="{FF2B5EF4-FFF2-40B4-BE49-F238E27FC236}">
                <a16:creationId xmlns:a16="http://schemas.microsoft.com/office/drawing/2014/main" id="{DD7B34FE-A634-4320-AC83-174D57FE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749" y="2358390"/>
            <a:ext cx="159516" cy="95"/>
          </a:xfrm>
          <a:custGeom xmlns:a="http://schemas.openxmlformats.org/drawingml/2006/main">
            <a:pathLst>
              <a:path w="159516" h="95">
                <a:moveTo>
                  <a:pt x="15951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14" name="bond-361">
            <a:extLst xmlns:a="http://schemas.openxmlformats.org/drawingml/2006/main">
              <a:ext uri="{FF2B5EF4-FFF2-40B4-BE49-F238E27FC236}">
                <a16:creationId xmlns:a16="http://schemas.microsoft.com/office/drawing/2014/main" id="{E784640A-E5FA-4466-BD48-80C059DB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2172822"/>
            <a:ext cx="95" cy="101389"/>
          </a:xfrm>
          <a:custGeom xmlns:a="http://schemas.openxmlformats.org/drawingml/2006/main">
            <a:pathLst>
              <a:path w="95" h="101389">
                <a:moveTo>
                  <a:pt x="0" y="1013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15" name="bond-362">
            <a:extLst xmlns:a="http://schemas.openxmlformats.org/drawingml/2006/main">
              <a:ext uri="{FF2B5EF4-FFF2-40B4-BE49-F238E27FC236}">
                <a16:creationId xmlns:a16="http://schemas.microsoft.com/office/drawing/2014/main" id="{D02A9300-7CBA-471C-ADEF-0FF402E1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10" y="2412797"/>
            <a:ext cx="95" cy="165506"/>
          </a:xfrm>
          <a:custGeom xmlns:a="http://schemas.openxmlformats.org/drawingml/2006/main">
            <a:pathLst>
              <a:path w="95" h="165506">
                <a:moveTo>
                  <a:pt x="0" y="0"/>
                </a:moveTo>
                <a:lnTo>
                  <a:pt x="0" y="165506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16" name="bond-363">
            <a:extLst xmlns:a="http://schemas.openxmlformats.org/drawingml/2006/main">
              <a:ext uri="{FF2B5EF4-FFF2-40B4-BE49-F238E27FC236}">
                <a16:creationId xmlns:a16="http://schemas.microsoft.com/office/drawing/2014/main" id="{F8AEBAC1-0E8A-4223-8035-4A74853D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761" y="2358390"/>
            <a:ext cx="77820" cy="95"/>
          </a:xfrm>
          <a:custGeom xmlns:a="http://schemas.openxmlformats.org/drawingml/2006/main">
            <a:pathLst>
              <a:path w="77820" h="95">
                <a:moveTo>
                  <a:pt x="0" y="0"/>
                </a:moveTo>
                <a:lnTo>
                  <a:pt x="778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17" name="bond-364">
            <a:extLst xmlns:a="http://schemas.openxmlformats.org/drawingml/2006/main">
              <a:ext uri="{FF2B5EF4-FFF2-40B4-BE49-F238E27FC236}">
                <a16:creationId xmlns:a16="http://schemas.microsoft.com/office/drawing/2014/main" id="{0BF57DC6-663D-4B62-B63A-6A7AC652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804" y="2358390"/>
            <a:ext cx="50957" cy="95"/>
          </a:xfrm>
          <a:custGeom xmlns:a="http://schemas.openxmlformats.org/drawingml/2006/main">
            <a:pathLst>
              <a:path w="50957" h="95">
                <a:moveTo>
                  <a:pt x="0" y="0"/>
                </a:moveTo>
                <a:lnTo>
                  <a:pt x="509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18" name="bond-365">
            <a:extLst xmlns:a="http://schemas.openxmlformats.org/drawingml/2006/main">
              <a:ext uri="{FF2B5EF4-FFF2-40B4-BE49-F238E27FC236}">
                <a16:creationId xmlns:a16="http://schemas.microsoft.com/office/drawing/2014/main" id="{43EAC698-5647-48E8-9CA0-110B0BAC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63" y="2155622"/>
            <a:ext cx="95" cy="148361"/>
          </a:xfrm>
          <a:custGeom xmlns:a="http://schemas.openxmlformats.org/drawingml/2006/main">
            <a:pathLst>
              <a:path w="95" h="148361">
                <a:moveTo>
                  <a:pt x="0" y="1483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19" name="bond-366">
            <a:extLst xmlns:a="http://schemas.openxmlformats.org/drawingml/2006/main">
              <a:ext uri="{FF2B5EF4-FFF2-40B4-BE49-F238E27FC236}">
                <a16:creationId xmlns:a16="http://schemas.microsoft.com/office/drawing/2014/main" id="{39DCE69C-751C-4667-9B7B-1260920A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446" y="2155622"/>
            <a:ext cx="95" cy="148361"/>
          </a:xfrm>
          <a:custGeom xmlns:a="http://schemas.openxmlformats.org/drawingml/2006/main">
            <a:pathLst>
              <a:path w="95" h="148361">
                <a:moveTo>
                  <a:pt x="0" y="1483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20" name="bond-367">
            <a:extLst xmlns:a="http://schemas.openxmlformats.org/drawingml/2006/main">
              <a:ext uri="{FF2B5EF4-FFF2-40B4-BE49-F238E27FC236}">
                <a16:creationId xmlns:a16="http://schemas.microsoft.com/office/drawing/2014/main" id="{43D6C0CC-9254-427C-8863-BDB572B8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849" y="2358390"/>
            <a:ext cx="119511" cy="95"/>
          </a:xfrm>
          <a:custGeom xmlns:a="http://schemas.openxmlformats.org/drawingml/2006/main">
            <a:pathLst>
              <a:path w="119511" h="95">
                <a:moveTo>
                  <a:pt x="0" y="0"/>
                </a:moveTo>
                <a:lnTo>
                  <a:pt x="1195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21" name="bond-368">
            <a:extLst xmlns:a="http://schemas.openxmlformats.org/drawingml/2006/main">
              <a:ext uri="{FF2B5EF4-FFF2-40B4-BE49-F238E27FC236}">
                <a16:creationId xmlns:a16="http://schemas.microsoft.com/office/drawing/2014/main" id="{5DC79FE4-E7E9-446E-BFA3-367CE853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393" y="2358390"/>
            <a:ext cx="107578" cy="95"/>
          </a:xfrm>
          <a:custGeom xmlns:a="http://schemas.openxmlformats.org/drawingml/2006/main">
            <a:pathLst>
              <a:path w="107578" h="95">
                <a:moveTo>
                  <a:pt x="0" y="0"/>
                </a:moveTo>
                <a:lnTo>
                  <a:pt x="1075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22" name="bond-369">
            <a:extLst xmlns:a="http://schemas.openxmlformats.org/drawingml/2006/main">
              <a:ext uri="{FF2B5EF4-FFF2-40B4-BE49-F238E27FC236}">
                <a16:creationId xmlns:a16="http://schemas.microsoft.com/office/drawing/2014/main" id="{F6827633-6262-4098-903C-2309F430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35" y="2358390"/>
            <a:ext cx="537210" cy="95"/>
          </a:xfrm>
          <a:custGeom xmlns:a="http://schemas.openxmlformats.org/drawingml/2006/main">
            <a:pathLst>
              <a:path w="537210" h="95">
                <a:moveTo>
                  <a:pt x="0" y="0"/>
                </a:moveTo>
                <a:lnTo>
                  <a:pt x="537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23" name="bond-370">
            <a:extLst xmlns:a="http://schemas.openxmlformats.org/drawingml/2006/main">
              <a:ext uri="{FF2B5EF4-FFF2-40B4-BE49-F238E27FC236}">
                <a16:creationId xmlns:a16="http://schemas.microsoft.com/office/drawing/2014/main" id="{11CF3B5E-85B5-463D-B8AC-FA53FB5D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2318385"/>
            <a:ext cx="62865" cy="40005"/>
          </a:xfrm>
          <a:custGeom xmlns:a="http://schemas.openxmlformats.org/drawingml/2006/main">
            <a:pathLst>
              <a:path w="62865" h="40005">
                <a:moveTo>
                  <a:pt x="0" y="0"/>
                </a:moveTo>
                <a:lnTo>
                  <a:pt x="62865" y="4000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24" name="bond-371">
            <a:extLst xmlns:a="http://schemas.openxmlformats.org/drawingml/2006/main">
              <a:ext uri="{FF2B5EF4-FFF2-40B4-BE49-F238E27FC236}">
                <a16:creationId xmlns:a16="http://schemas.microsoft.com/office/drawing/2014/main" id="{958F1C31-41CA-4B65-A910-8372AD00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2358390"/>
            <a:ext cx="62865" cy="40005"/>
          </a:xfrm>
          <a:custGeom xmlns:a="http://schemas.openxmlformats.org/drawingml/2006/main">
            <a:pathLst>
              <a:path w="62865" h="40005">
                <a:moveTo>
                  <a:pt x="0" y="40005"/>
                </a:moveTo>
                <a:lnTo>
                  <a:pt x="628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25" name="text-Permanent positive charge-372">
            <a:extLst xmlns:a="http://schemas.openxmlformats.org/drawingml/2006/main">
              <a:ext uri="{FF2B5EF4-FFF2-40B4-BE49-F238E27FC236}">
                <a16:creationId xmlns:a16="http://schemas.microsoft.com/office/drawing/2014/main" id="{0BAA6E30-2838-4F0E-82C5-C94A59FA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81073"/>
            <a:ext cx="188595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Permanent positive charge</a:t>
            </a:r>
          </a:p>
        </p:txBody>
      </p:sp>
      <p:sp>
        <p:nvSpPr>
          <p:cNvPr id="126" name="text-C-373">
            <a:extLst xmlns:a="http://schemas.openxmlformats.org/drawingml/2006/main">
              <a:ext uri="{FF2B5EF4-FFF2-40B4-BE49-F238E27FC236}">
                <a16:creationId xmlns:a16="http://schemas.microsoft.com/office/drawing/2014/main" id="{836491D2-B65F-49E4-8722-E6D42850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884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7" name="text-H-374">
            <a:extLst xmlns:a="http://schemas.openxmlformats.org/drawingml/2006/main">
              <a:ext uri="{FF2B5EF4-FFF2-40B4-BE49-F238E27FC236}">
                <a16:creationId xmlns:a16="http://schemas.microsoft.com/office/drawing/2014/main" id="{38856E6F-8AF4-4090-A0F3-ED0FA925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859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8" name="text-3-375">
            <a:extLst xmlns:a="http://schemas.openxmlformats.org/drawingml/2006/main">
              <a:ext uri="{FF2B5EF4-FFF2-40B4-BE49-F238E27FC236}">
                <a16:creationId xmlns:a16="http://schemas.microsoft.com/office/drawing/2014/main" id="{89A65BD3-F92F-4FC3-A778-A48A3507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803" y="2347980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9" name="text-C-376">
            <a:extLst xmlns:a="http://schemas.openxmlformats.org/drawingml/2006/main">
              <a:ext uri="{FF2B5EF4-FFF2-40B4-BE49-F238E27FC236}">
                <a16:creationId xmlns:a16="http://schemas.microsoft.com/office/drawing/2014/main" id="{4B9D1AB1-5734-4268-811C-8347A24B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994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0" name="text-C-377">
            <a:extLst xmlns:a="http://schemas.openxmlformats.org/drawingml/2006/main">
              <a:ext uri="{FF2B5EF4-FFF2-40B4-BE49-F238E27FC236}">
                <a16:creationId xmlns:a16="http://schemas.microsoft.com/office/drawing/2014/main" id="{5312A849-99D3-43D3-97B1-FF9B83DF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884" y="2030806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1" name="text-H-378">
            <a:extLst xmlns:a="http://schemas.openxmlformats.org/drawingml/2006/main">
              <a:ext uri="{FF2B5EF4-FFF2-40B4-BE49-F238E27FC236}">
                <a16:creationId xmlns:a16="http://schemas.microsoft.com/office/drawing/2014/main" id="{DA4FF52B-0BA9-44D7-83F4-91718356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827" y="2030806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32" name="text-3-379">
            <a:extLst xmlns:a="http://schemas.openxmlformats.org/drawingml/2006/main">
              <a:ext uri="{FF2B5EF4-FFF2-40B4-BE49-F238E27FC236}">
                <a16:creationId xmlns:a16="http://schemas.microsoft.com/office/drawing/2014/main" id="{B10013AF-DDE2-4E95-82F7-C3F3FB11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3771" y="2090805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3" name="text-N-380">
            <a:extLst xmlns:a="http://schemas.openxmlformats.org/drawingml/2006/main">
              <a:ext uri="{FF2B5EF4-FFF2-40B4-BE49-F238E27FC236}">
                <a16:creationId xmlns:a16="http://schemas.microsoft.com/office/drawing/2014/main" id="{D8DAD1D9-B2F3-4B2D-AD6A-DDE40BD1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489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34" name="text-N-381">
            <a:extLst xmlns:a="http://schemas.openxmlformats.org/drawingml/2006/main">
              <a:ext uri="{FF2B5EF4-FFF2-40B4-BE49-F238E27FC236}">
                <a16:creationId xmlns:a16="http://schemas.microsoft.com/office/drawing/2014/main" id="{7828C1A8-E36F-435B-BBD6-B2CF35D3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374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35" name="text-H-382">
            <a:extLst xmlns:a="http://schemas.openxmlformats.org/drawingml/2006/main">
              <a:ext uri="{FF2B5EF4-FFF2-40B4-BE49-F238E27FC236}">
                <a16:creationId xmlns:a16="http://schemas.microsoft.com/office/drawing/2014/main" id="{9B1A30B1-531A-4710-8579-6E14F214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317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36" name="text-C-383">
            <a:extLst xmlns:a="http://schemas.openxmlformats.org/drawingml/2006/main">
              <a:ext uri="{FF2B5EF4-FFF2-40B4-BE49-F238E27FC236}">
                <a16:creationId xmlns:a16="http://schemas.microsoft.com/office/drawing/2014/main" id="{BA96D8EF-D1C7-42C9-90E3-0E1A262C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269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7" name="text-O-384">
            <a:extLst xmlns:a="http://schemas.openxmlformats.org/drawingml/2006/main">
              <a:ext uri="{FF2B5EF4-FFF2-40B4-BE49-F238E27FC236}">
                <a16:creationId xmlns:a16="http://schemas.microsoft.com/office/drawing/2014/main" id="{6791403E-39F0-47FB-BB6D-C2DDBF33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772" y="2030806"/>
            <a:ext cx="102366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38" name="text-C-385">
            <a:extLst xmlns:a="http://schemas.openxmlformats.org/drawingml/2006/main">
              <a:ext uri="{FF2B5EF4-FFF2-40B4-BE49-F238E27FC236}">
                <a16:creationId xmlns:a16="http://schemas.microsoft.com/office/drawing/2014/main" id="{3521FF04-50FC-46D6-BEE5-A2243F4F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8584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9" name="text-H-386">
            <a:extLst xmlns:a="http://schemas.openxmlformats.org/drawingml/2006/main">
              <a:ext uri="{FF2B5EF4-FFF2-40B4-BE49-F238E27FC236}">
                <a16:creationId xmlns:a16="http://schemas.microsoft.com/office/drawing/2014/main" id="{6D54AEA9-49DA-4E37-88AD-44235EAA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527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40" name="text-2-387">
            <a:extLst xmlns:a="http://schemas.openxmlformats.org/drawingml/2006/main">
              <a:ext uri="{FF2B5EF4-FFF2-40B4-BE49-F238E27FC236}">
                <a16:creationId xmlns:a16="http://schemas.microsoft.com/office/drawing/2014/main" id="{858D954A-0006-4AEE-B742-1661D6A3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471" y="2347980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1" name="text-N-388">
            <a:extLst xmlns:a="http://schemas.openxmlformats.org/drawingml/2006/main">
              <a:ext uri="{FF2B5EF4-FFF2-40B4-BE49-F238E27FC236}">
                <a16:creationId xmlns:a16="http://schemas.microsoft.com/office/drawing/2014/main" id="{6FB15364-8829-4BFF-BB98-3026E0EF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764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42" name="text-+-389">
            <a:extLst xmlns:a="http://schemas.openxmlformats.org/drawingml/2006/main">
              <a:ext uri="{FF2B5EF4-FFF2-40B4-BE49-F238E27FC236}">
                <a16:creationId xmlns:a16="http://schemas.microsoft.com/office/drawing/2014/main" id="{BB789C2C-4CB6-48B5-A4E6-1AC9A092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707" y="2267512"/>
            <a:ext cx="50836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43" name="text-C-390">
            <a:extLst xmlns:a="http://schemas.openxmlformats.org/drawingml/2006/main">
              <a:ext uri="{FF2B5EF4-FFF2-40B4-BE49-F238E27FC236}">
                <a16:creationId xmlns:a16="http://schemas.microsoft.com/office/drawing/2014/main" id="{6F51556E-6888-4EE2-9E0A-AFEFCB43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14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4" name="text-H-391">
            <a:extLst xmlns:a="http://schemas.openxmlformats.org/drawingml/2006/main">
              <a:ext uri="{FF2B5EF4-FFF2-40B4-BE49-F238E27FC236}">
                <a16:creationId xmlns:a16="http://schemas.microsoft.com/office/drawing/2014/main" id="{136F343D-8041-416D-BBBA-8965D30D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457" y="228798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45" name="text-3-392">
            <a:extLst xmlns:a="http://schemas.openxmlformats.org/drawingml/2006/main">
              <a:ext uri="{FF2B5EF4-FFF2-40B4-BE49-F238E27FC236}">
                <a16:creationId xmlns:a16="http://schemas.microsoft.com/office/drawing/2014/main" id="{59442C42-DB9B-434D-90B6-79051144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401" y="2347980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6" name="text-C-393">
            <a:extLst xmlns:a="http://schemas.openxmlformats.org/drawingml/2006/main">
              <a:ext uri="{FF2B5EF4-FFF2-40B4-BE49-F238E27FC236}">
                <a16:creationId xmlns:a16="http://schemas.microsoft.com/office/drawing/2014/main" id="{11240586-7DF0-40CE-AFB1-A4C48291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764" y="2030806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7" name="text-H-394">
            <a:extLst xmlns:a="http://schemas.openxmlformats.org/drawingml/2006/main">
              <a:ext uri="{FF2B5EF4-FFF2-40B4-BE49-F238E27FC236}">
                <a16:creationId xmlns:a16="http://schemas.microsoft.com/office/drawing/2014/main" id="{74BADF1F-DE64-469F-AC2C-76EC4EAB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707" y="2030806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48" name="text-3-395">
            <a:extLst xmlns:a="http://schemas.openxmlformats.org/drawingml/2006/main">
              <a:ext uri="{FF2B5EF4-FFF2-40B4-BE49-F238E27FC236}">
                <a16:creationId xmlns:a16="http://schemas.microsoft.com/office/drawing/2014/main" id="{7043972E-C539-4EE4-9D84-0BF22B5B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651" y="2090805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9" name="text-C-396">
            <a:extLst xmlns:a="http://schemas.openxmlformats.org/drawingml/2006/main">
              <a:ext uri="{FF2B5EF4-FFF2-40B4-BE49-F238E27FC236}">
                <a16:creationId xmlns:a16="http://schemas.microsoft.com/office/drawing/2014/main" id="{7B92603B-5C78-4A44-99EA-0385707F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764" y="256230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0" name="text-H-397">
            <a:extLst xmlns:a="http://schemas.openxmlformats.org/drawingml/2006/main">
              <a:ext uri="{FF2B5EF4-FFF2-40B4-BE49-F238E27FC236}">
                <a16:creationId xmlns:a16="http://schemas.microsoft.com/office/drawing/2014/main" id="{AEE210E0-0A5F-4AE7-9BF8-2B4876A3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707" y="2562301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51" name="text-3-398">
            <a:extLst xmlns:a="http://schemas.openxmlformats.org/drawingml/2006/main">
              <a:ext uri="{FF2B5EF4-FFF2-40B4-BE49-F238E27FC236}">
                <a16:creationId xmlns:a16="http://schemas.microsoft.com/office/drawing/2014/main" id="{D7541130-C0BC-4E48-9FD0-EC121B6C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651" y="2622300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2" name="bond-399">
            <a:extLst xmlns:a="http://schemas.openxmlformats.org/drawingml/2006/main">
              <a:ext uri="{FF2B5EF4-FFF2-40B4-BE49-F238E27FC236}">
                <a16:creationId xmlns:a16="http://schemas.microsoft.com/office/drawing/2014/main" id="{0CC1199F-45B8-49ED-920E-9CBDFCCD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224" y="2358390"/>
            <a:ext cx="153801" cy="95"/>
          </a:xfrm>
          <a:custGeom xmlns:a="http://schemas.openxmlformats.org/drawingml/2006/main">
            <a:pathLst>
              <a:path w="153801" h="95">
                <a:moveTo>
                  <a:pt x="15380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53" name="bond-400">
            <a:extLst xmlns:a="http://schemas.openxmlformats.org/drawingml/2006/main">
              <a:ext uri="{FF2B5EF4-FFF2-40B4-BE49-F238E27FC236}">
                <a16:creationId xmlns:a16="http://schemas.microsoft.com/office/drawing/2014/main" id="{9E0E08EC-2CEB-4934-B37F-CF7B597C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570" y="2172822"/>
            <a:ext cx="95" cy="131162"/>
          </a:xfrm>
          <a:custGeom xmlns:a="http://schemas.openxmlformats.org/drawingml/2006/main">
            <a:pathLst>
              <a:path w="95" h="131162">
                <a:moveTo>
                  <a:pt x="0" y="13116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54" name="bond-401">
            <a:extLst xmlns:a="http://schemas.openxmlformats.org/drawingml/2006/main">
              <a:ext uri="{FF2B5EF4-FFF2-40B4-BE49-F238E27FC236}">
                <a16:creationId xmlns:a16="http://schemas.microsoft.com/office/drawing/2014/main" id="{6A4DE9C0-4763-4130-BFF4-25292E6B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114" y="2369248"/>
            <a:ext cx="159516" cy="95"/>
          </a:xfrm>
          <a:custGeom xmlns:a="http://schemas.openxmlformats.org/drawingml/2006/main">
            <a:pathLst>
              <a:path w="159516" h="95">
                <a:moveTo>
                  <a:pt x="0" y="0"/>
                </a:moveTo>
                <a:lnTo>
                  <a:pt x="1595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55" name="bond-402">
            <a:extLst xmlns:a="http://schemas.openxmlformats.org/drawingml/2006/main">
              <a:ext uri="{FF2B5EF4-FFF2-40B4-BE49-F238E27FC236}">
                <a16:creationId xmlns:a16="http://schemas.microsoft.com/office/drawing/2014/main" id="{AB77CA0D-71ED-4BE5-ADE5-F267CFA0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114" y="2347532"/>
            <a:ext cx="159516" cy="95"/>
          </a:xfrm>
          <a:custGeom xmlns:a="http://schemas.openxmlformats.org/drawingml/2006/main">
            <a:pathLst>
              <a:path w="159516" h="95">
                <a:moveTo>
                  <a:pt x="0" y="0"/>
                </a:moveTo>
                <a:lnTo>
                  <a:pt x="1595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56" name="bond-403">
            <a:extLst xmlns:a="http://schemas.openxmlformats.org/drawingml/2006/main">
              <a:ext uri="{FF2B5EF4-FFF2-40B4-BE49-F238E27FC236}">
                <a16:creationId xmlns:a16="http://schemas.microsoft.com/office/drawing/2014/main" id="{38D1CFD5-39AC-4EC0-ADEE-86299533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719" y="2358390"/>
            <a:ext cx="113796" cy="95"/>
          </a:xfrm>
          <a:custGeom xmlns:a="http://schemas.openxmlformats.org/drawingml/2006/main">
            <a:pathLst>
              <a:path w="113796" h="95">
                <a:moveTo>
                  <a:pt x="0" y="0"/>
                </a:moveTo>
                <a:lnTo>
                  <a:pt x="1137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57" name="bond-404">
            <a:extLst xmlns:a="http://schemas.openxmlformats.org/drawingml/2006/main">
              <a:ext uri="{FF2B5EF4-FFF2-40B4-BE49-F238E27FC236}">
                <a16:creationId xmlns:a16="http://schemas.microsoft.com/office/drawing/2014/main" id="{9B0BE6AF-4C88-4408-8C8C-BD6AED63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5548" y="2358390"/>
            <a:ext cx="101863" cy="95"/>
          </a:xfrm>
          <a:custGeom xmlns:a="http://schemas.openxmlformats.org/drawingml/2006/main">
            <a:pathLst>
              <a:path w="101863" h="95">
                <a:moveTo>
                  <a:pt x="0" y="0"/>
                </a:moveTo>
                <a:lnTo>
                  <a:pt x="101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58" name="bond-405">
            <a:extLst xmlns:a="http://schemas.openxmlformats.org/drawingml/2006/main">
              <a:ext uri="{FF2B5EF4-FFF2-40B4-BE49-F238E27FC236}">
                <a16:creationId xmlns:a16="http://schemas.microsoft.com/office/drawing/2014/main" id="{C1CC344D-38E9-4505-99B6-D92DB10A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814" y="2155622"/>
            <a:ext cx="95" cy="148361"/>
          </a:xfrm>
          <a:custGeom xmlns:a="http://schemas.openxmlformats.org/drawingml/2006/main">
            <a:pathLst>
              <a:path w="95" h="148361">
                <a:moveTo>
                  <a:pt x="0" y="1483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59" name="bond-406">
            <a:extLst xmlns:a="http://schemas.openxmlformats.org/drawingml/2006/main">
              <a:ext uri="{FF2B5EF4-FFF2-40B4-BE49-F238E27FC236}">
                <a16:creationId xmlns:a16="http://schemas.microsoft.com/office/drawing/2014/main" id="{9BAC6747-D4CE-44A8-8C95-A0C0D6D1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1096" y="2155622"/>
            <a:ext cx="95" cy="148361"/>
          </a:xfrm>
          <a:custGeom xmlns:a="http://schemas.openxmlformats.org/drawingml/2006/main">
            <a:pathLst>
              <a:path w="95" h="148361">
                <a:moveTo>
                  <a:pt x="0" y="1483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60" name="bond-407">
            <a:extLst xmlns:a="http://schemas.openxmlformats.org/drawingml/2006/main">
              <a:ext uri="{FF2B5EF4-FFF2-40B4-BE49-F238E27FC236}">
                <a16:creationId xmlns:a16="http://schemas.microsoft.com/office/drawing/2014/main" id="{072B5D40-50A7-4A46-B342-D2E7EE2F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499" y="2358390"/>
            <a:ext cx="125226" cy="95"/>
          </a:xfrm>
          <a:custGeom xmlns:a="http://schemas.openxmlformats.org/drawingml/2006/main">
            <a:pathLst>
              <a:path w="125226" h="95">
                <a:moveTo>
                  <a:pt x="0" y="0"/>
                </a:moveTo>
                <a:lnTo>
                  <a:pt x="1252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61" name="bond-408">
            <a:extLst xmlns:a="http://schemas.openxmlformats.org/drawingml/2006/main">
              <a:ext uri="{FF2B5EF4-FFF2-40B4-BE49-F238E27FC236}">
                <a16:creationId xmlns:a16="http://schemas.microsoft.com/office/drawing/2014/main" id="{DD9C7DD7-D1D3-47BF-919A-C067455A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949" y="2358390"/>
            <a:ext cx="50957" cy="95"/>
          </a:xfrm>
          <a:custGeom xmlns:a="http://schemas.openxmlformats.org/drawingml/2006/main">
            <a:pathLst>
              <a:path w="50957" h="95">
                <a:moveTo>
                  <a:pt x="0" y="0"/>
                </a:moveTo>
                <a:lnTo>
                  <a:pt x="509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62" name="bond-409">
            <a:extLst xmlns:a="http://schemas.openxmlformats.org/drawingml/2006/main">
              <a:ext uri="{FF2B5EF4-FFF2-40B4-BE49-F238E27FC236}">
                <a16:creationId xmlns:a16="http://schemas.microsoft.com/office/drawing/2014/main" id="{591E7E23-C4E8-42AE-BA3D-DE0A6A1C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401" y="2358390"/>
            <a:ext cx="129255" cy="95"/>
          </a:xfrm>
          <a:custGeom xmlns:a="http://schemas.openxmlformats.org/drawingml/2006/main">
            <a:pathLst>
              <a:path w="129255" h="95">
                <a:moveTo>
                  <a:pt x="0" y="0"/>
                </a:moveTo>
                <a:lnTo>
                  <a:pt x="12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63" name="bond-410">
            <a:extLst xmlns:a="http://schemas.openxmlformats.org/drawingml/2006/main">
              <a:ext uri="{FF2B5EF4-FFF2-40B4-BE49-F238E27FC236}">
                <a16:creationId xmlns:a16="http://schemas.microsoft.com/office/drawing/2014/main" id="{BA24E80F-43B8-4DA9-B94C-CCEB3114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72822"/>
            <a:ext cx="95" cy="101389"/>
          </a:xfrm>
          <a:custGeom xmlns:a="http://schemas.openxmlformats.org/drawingml/2006/main">
            <a:pathLst>
              <a:path w="95" h="101389">
                <a:moveTo>
                  <a:pt x="0" y="1013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64" name="bond-411">
            <a:extLst xmlns:a="http://schemas.openxmlformats.org/drawingml/2006/main">
              <a:ext uri="{FF2B5EF4-FFF2-40B4-BE49-F238E27FC236}">
                <a16:creationId xmlns:a16="http://schemas.microsoft.com/office/drawing/2014/main" id="{84F9E953-04A4-4147-AA40-3FF08804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12797"/>
            <a:ext cx="95" cy="165506"/>
          </a:xfrm>
          <a:custGeom xmlns:a="http://schemas.openxmlformats.org/drawingml/2006/main">
            <a:pathLst>
              <a:path w="95" h="165506">
                <a:moveTo>
                  <a:pt x="0" y="0"/>
                </a:moveTo>
                <a:lnTo>
                  <a:pt x="0" y="165506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65" name="text-+-412">
            <a:extLst xmlns:a="http://schemas.openxmlformats.org/drawingml/2006/main">
              <a:ext uri="{FF2B5EF4-FFF2-40B4-BE49-F238E27FC236}">
                <a16:creationId xmlns:a16="http://schemas.microsoft.com/office/drawing/2014/main" id="{B8BF78AD-D582-44A1-ADA3-329491E4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670" y="2300097"/>
            <a:ext cx="148590" cy="12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66" name="text-H-413">
            <a:extLst xmlns:a="http://schemas.openxmlformats.org/drawingml/2006/main">
              <a:ext uri="{FF2B5EF4-FFF2-40B4-BE49-F238E27FC236}">
                <a16:creationId xmlns:a16="http://schemas.microsoft.com/office/drawing/2014/main" id="{4F85799D-C4A5-4AB2-B4E1-C227B52C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132" y="2293696"/>
            <a:ext cx="95373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67" name="text-2-414">
            <a:extLst xmlns:a="http://schemas.openxmlformats.org/drawingml/2006/main">
              <a:ext uri="{FF2B5EF4-FFF2-40B4-BE49-F238E27FC236}">
                <a16:creationId xmlns:a16="http://schemas.microsoft.com/office/drawing/2014/main" id="{A2042755-081F-45D4-83F7-4E56135F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076" y="2353695"/>
            <a:ext cx="48620" cy="88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24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24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8" name="text-O-415">
            <a:extLst xmlns:a="http://schemas.openxmlformats.org/drawingml/2006/main">
              <a:ext uri="{FF2B5EF4-FFF2-40B4-BE49-F238E27FC236}">
                <a16:creationId xmlns:a16="http://schemas.microsoft.com/office/drawing/2014/main" id="{DBA88786-5AB1-4664-B50B-CA0CC51C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267" y="2293696"/>
            <a:ext cx="102366" cy="14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9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69" name="text-Acetone-416">
            <a:extLst xmlns:a="http://schemas.openxmlformats.org/drawingml/2006/main">
              <a:ext uri="{FF2B5EF4-FFF2-40B4-BE49-F238E27FC236}">
                <a16:creationId xmlns:a16="http://schemas.microsoft.com/office/drawing/2014/main" id="{45C6EBCF-B4FA-4787-A624-3E24C954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585" y="2818333"/>
            <a:ext cx="91440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Acetone</a:t>
            </a:r>
          </a:p>
        </p:txBody>
      </p:sp>
      <p:sp>
        <p:nvSpPr>
          <p:cNvPr id="170" name="text-Girard T reagent-417">
            <a:extLst xmlns:a="http://schemas.openxmlformats.org/drawingml/2006/main">
              <a:ext uri="{FF2B5EF4-FFF2-40B4-BE49-F238E27FC236}">
                <a16:creationId xmlns:a16="http://schemas.microsoft.com/office/drawing/2014/main" id="{9976AEA6-0F74-420A-83A4-2EB5E427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18333"/>
            <a:ext cx="148590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Girard T reagent</a:t>
            </a:r>
          </a:p>
        </p:txBody>
      </p:sp>
      <p:sp>
        <p:nvSpPr>
          <p:cNvPr id="171" name="text-Charge-tagged hydrazone-418">
            <a:extLst xmlns:a="http://schemas.openxmlformats.org/drawingml/2006/main">
              <a:ext uri="{FF2B5EF4-FFF2-40B4-BE49-F238E27FC236}">
                <a16:creationId xmlns:a16="http://schemas.microsoft.com/office/drawing/2014/main" id="{5582A633-5755-4D21-9BBE-BC36880C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095" y="2818333"/>
            <a:ext cx="205740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Charge-tagged hydrazone</a:t>
            </a:r>
          </a:p>
        </p:txBody>
      </p:sp>
      <p:sp>
        <p:nvSpPr>
          <p:cNvPr id="172" name="text-O-419">
            <a:extLst xmlns:a="http://schemas.openxmlformats.org/drawingml/2006/main">
              <a:ext uri="{FF2B5EF4-FFF2-40B4-BE49-F238E27FC236}">
                <a16:creationId xmlns:a16="http://schemas.microsoft.com/office/drawing/2014/main" id="{33C4DF45-96C0-4BF6-AEC8-B6FFBEAE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145" y="382988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73" name="text-H-420">
            <a:extLst xmlns:a="http://schemas.openxmlformats.org/drawingml/2006/main">
              <a:ext uri="{FF2B5EF4-FFF2-40B4-BE49-F238E27FC236}">
                <a16:creationId xmlns:a16="http://schemas.microsoft.com/office/drawing/2014/main" id="{629C8E97-C68D-449E-BAFD-E8548ABA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123" y="417850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74" name="text-O-421">
            <a:extLst xmlns:a="http://schemas.openxmlformats.org/drawingml/2006/main">
              <a:ext uri="{FF2B5EF4-FFF2-40B4-BE49-F238E27FC236}">
                <a16:creationId xmlns:a16="http://schemas.microsoft.com/office/drawing/2014/main" id="{300A14FC-DF75-4B06-9469-8441DFE9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430" y="417850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75" name="text-C-422">
            <a:extLst xmlns:a="http://schemas.openxmlformats.org/drawingml/2006/main">
              <a:ext uri="{FF2B5EF4-FFF2-40B4-BE49-F238E27FC236}">
                <a16:creationId xmlns:a16="http://schemas.microsoft.com/office/drawing/2014/main" id="{10C65561-38A2-4DAA-9134-5BF875AD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167" y="400133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508FCC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6" name="text-H-423">
            <a:extLst xmlns:a="http://schemas.openxmlformats.org/drawingml/2006/main">
              <a:ext uri="{FF2B5EF4-FFF2-40B4-BE49-F238E27FC236}">
                <a16:creationId xmlns:a16="http://schemas.microsoft.com/office/drawing/2014/main" id="{D0C0925B-65AF-4872-85EA-F33793AC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474" y="400133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508FCC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77" name="text-N-424">
            <a:extLst xmlns:a="http://schemas.openxmlformats.org/drawingml/2006/main">
              <a:ext uri="{FF2B5EF4-FFF2-40B4-BE49-F238E27FC236}">
                <a16:creationId xmlns:a16="http://schemas.microsoft.com/office/drawing/2014/main" id="{70E33E4F-FDCA-4C73-A72A-D029A2D0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757" y="417850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78" name="text-H-425">
            <a:extLst xmlns:a="http://schemas.openxmlformats.org/drawingml/2006/main">
              <a:ext uri="{FF2B5EF4-FFF2-40B4-BE49-F238E27FC236}">
                <a16:creationId xmlns:a16="http://schemas.microsoft.com/office/drawing/2014/main" id="{9B9DDC4D-2753-4935-8E97-BBC232A2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064" y="417850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79" name="text-2-426">
            <a:extLst xmlns:a="http://schemas.openxmlformats.org/drawingml/2006/main">
              <a:ext uri="{FF2B5EF4-FFF2-40B4-BE49-F238E27FC236}">
                <a16:creationId xmlns:a16="http://schemas.microsoft.com/office/drawing/2014/main" id="{A9B809A2-DDF6-4AC6-AAC8-9CC1B658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71" y="4224866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0" name="text-C-427">
            <a:extLst xmlns:a="http://schemas.openxmlformats.org/drawingml/2006/main">
              <a:ext uri="{FF2B5EF4-FFF2-40B4-BE49-F238E27FC236}">
                <a16:creationId xmlns:a16="http://schemas.microsoft.com/office/drawing/2014/main" id="{76F0473D-84B1-4A8D-80AE-676E5D16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612" y="383560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1" name="text-H-428">
            <a:extLst xmlns:a="http://schemas.openxmlformats.org/drawingml/2006/main">
              <a:ext uri="{FF2B5EF4-FFF2-40B4-BE49-F238E27FC236}">
                <a16:creationId xmlns:a16="http://schemas.microsoft.com/office/drawing/2014/main" id="{0DA2E27E-BC5B-457A-AF98-0F904DEA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919" y="383560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82" name="text-3-429">
            <a:extLst xmlns:a="http://schemas.openxmlformats.org/drawingml/2006/main">
              <a:ext uri="{FF2B5EF4-FFF2-40B4-BE49-F238E27FC236}">
                <a16:creationId xmlns:a16="http://schemas.microsoft.com/office/drawing/2014/main" id="{75F00BB2-93E5-4418-A0F0-CD4F2953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26" y="3881966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3" name="bond-430">
            <a:extLst xmlns:a="http://schemas.openxmlformats.org/drawingml/2006/main">
              <a:ext uri="{FF2B5EF4-FFF2-40B4-BE49-F238E27FC236}">
                <a16:creationId xmlns:a16="http://schemas.microsoft.com/office/drawing/2014/main" id="{BCC14A7F-45C2-441C-93C6-0612081B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31" y="3922605"/>
            <a:ext cx="80642" cy="127330"/>
          </a:xfrm>
          <a:custGeom xmlns:a="http://schemas.openxmlformats.org/drawingml/2006/main">
            <a:pathLst>
              <a:path w="80642" h="127330">
                <a:moveTo>
                  <a:pt x="80642" y="1273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84" name="bond-431">
            <a:extLst xmlns:a="http://schemas.openxmlformats.org/drawingml/2006/main">
              <a:ext uri="{FF2B5EF4-FFF2-40B4-BE49-F238E27FC236}">
                <a16:creationId xmlns:a16="http://schemas.microsoft.com/office/drawing/2014/main" id="{74F8F20D-8641-4BC8-A68F-051C823D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984" y="3934225"/>
            <a:ext cx="80642" cy="127330"/>
          </a:xfrm>
          <a:custGeom xmlns:a="http://schemas.openxmlformats.org/drawingml/2006/main">
            <a:pathLst>
              <a:path w="80642" h="127330">
                <a:moveTo>
                  <a:pt x="80642" y="1273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185" name="bond-432">
            <a:extLst xmlns:a="http://schemas.openxmlformats.org/drawingml/2006/main">
              <a:ext uri="{FF2B5EF4-FFF2-40B4-BE49-F238E27FC236}">
                <a16:creationId xmlns:a16="http://schemas.microsoft.com/office/drawing/2014/main" id="{9208E37D-8650-4443-979C-EFC63B1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964" y="4055745"/>
            <a:ext cx="85836" cy="133045"/>
          </a:xfrm>
          <a:custGeom xmlns:a="http://schemas.openxmlformats.org/drawingml/2006/main">
            <a:pathLst>
              <a:path w="85836" h="133045">
                <a:moveTo>
                  <a:pt x="85836" y="0"/>
                </a:moveTo>
                <a:lnTo>
                  <a:pt x="0" y="13304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86" name="bond-433">
            <a:extLst xmlns:a="http://schemas.openxmlformats.org/drawingml/2006/main">
              <a:ext uri="{FF2B5EF4-FFF2-40B4-BE49-F238E27FC236}">
                <a16:creationId xmlns:a16="http://schemas.microsoft.com/office/drawing/2014/main" id="{F8B2FE85-EA3D-4AA4-AFE5-F6340969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55745"/>
            <a:ext cx="121509" cy="95"/>
          </a:xfrm>
          <a:custGeom xmlns:a="http://schemas.openxmlformats.org/drawingml/2006/main">
            <a:pathLst>
              <a:path w="121509" h="95">
                <a:moveTo>
                  <a:pt x="0" y="0"/>
                </a:moveTo>
                <a:lnTo>
                  <a:pt x="1215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87" name="bond-434">
            <a:extLst xmlns:a="http://schemas.openxmlformats.org/drawingml/2006/main">
              <a:ext uri="{FF2B5EF4-FFF2-40B4-BE49-F238E27FC236}">
                <a16:creationId xmlns:a16="http://schemas.microsoft.com/office/drawing/2014/main" id="{C289BF1D-C0E7-445F-BD7D-90ED0453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539" y="4099865"/>
            <a:ext cx="74583" cy="88925"/>
          </a:xfrm>
          <a:custGeom xmlns:a="http://schemas.openxmlformats.org/drawingml/2006/main">
            <a:pathLst>
              <a:path w="74583" h="88925">
                <a:moveTo>
                  <a:pt x="0" y="0"/>
                </a:moveTo>
                <a:lnTo>
                  <a:pt x="74583" y="8892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88" name="stereobond-435">
            <a:extLst xmlns:a="http://schemas.openxmlformats.org/drawingml/2006/main">
              <a:ext uri="{FF2B5EF4-FFF2-40B4-BE49-F238E27FC236}">
                <a16:creationId xmlns:a16="http://schemas.microsoft.com/office/drawing/2014/main" id="{2AC7A642-787E-477D-AA3B-27159D73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527" y="3933344"/>
            <a:ext cx="67899" cy="78281"/>
          </a:xfrm>
          <a:custGeom xmlns:a="http://schemas.openxmlformats.org/drawingml/2006/main">
            <a:pathLst>
              <a:path w="67899" h="78281">
                <a:moveTo>
                  <a:pt x="0" y="78281"/>
                </a:moveTo>
                <a:lnTo>
                  <a:pt x="67899" y="24859"/>
                </a:lnTo>
                <a:lnTo>
                  <a:pt x="36555" y="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2858">
            <a:solidFill>
              <a:srgbClr val="222222"/>
            </a:solidFill>
          </a:ln>
        </p:spPr>
      </p:sp>
      <p:sp>
        <p:nvSpPr>
          <p:cNvPr id="189" name="text-D-Ala (R)-436">
            <a:extLst xmlns:a="http://schemas.openxmlformats.org/drawingml/2006/main">
              <a:ext uri="{FF2B5EF4-FFF2-40B4-BE49-F238E27FC236}">
                <a16:creationId xmlns:a16="http://schemas.microsoft.com/office/drawing/2014/main" id="{B4B6A870-3E1A-440E-8EC2-E7542011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84293"/>
            <a:ext cx="131445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508FCC"/>
                </a:solidFill>
                <a:latin typeface="Arial"/>
                <a:ea typeface="Arial"/>
                <a:cs typeface="Arial"/>
              </a:rPr>
              <a:t>D-Ala (R)</a:t>
            </a:r>
          </a:p>
        </p:txBody>
      </p:sp>
      <p:sp>
        <p:nvSpPr>
          <p:cNvPr id="190" name="text-+-437">
            <a:extLst xmlns:a="http://schemas.openxmlformats.org/drawingml/2006/main">
              <a:ext uri="{FF2B5EF4-FFF2-40B4-BE49-F238E27FC236}">
                <a16:creationId xmlns:a16="http://schemas.microsoft.com/office/drawing/2014/main" id="{E9BEBA41-7A13-4E80-8F29-0E6C5526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305" y="4021684"/>
            <a:ext cx="148590" cy="102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2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91" name="bond-438">
            <a:extLst xmlns:a="http://schemas.openxmlformats.org/drawingml/2006/main">
              <a:ext uri="{FF2B5EF4-FFF2-40B4-BE49-F238E27FC236}">
                <a16:creationId xmlns:a16="http://schemas.microsoft.com/office/drawing/2014/main" id="{882098A9-2619-4B92-95F5-DFA5BEAF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430" y="3987165"/>
            <a:ext cx="102870" cy="171450"/>
          </a:xfrm>
          <a:custGeom xmlns:a="http://schemas.openxmlformats.org/drawingml/2006/main">
            <a:pathLst>
              <a:path w="102870" h="171450">
                <a:moveTo>
                  <a:pt x="0" y="171450"/>
                </a:moveTo>
                <a:lnTo>
                  <a:pt x="1028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2" name="bond-439">
            <a:extLst xmlns:a="http://schemas.openxmlformats.org/drawingml/2006/main">
              <a:ext uri="{FF2B5EF4-FFF2-40B4-BE49-F238E27FC236}">
                <a16:creationId xmlns:a16="http://schemas.microsoft.com/office/drawing/2014/main" id="{005D035B-C8DD-42A3-BBDB-2F495FD0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87165"/>
            <a:ext cx="188595" cy="95"/>
          </a:xfrm>
          <a:custGeom xmlns:a="http://schemas.openxmlformats.org/drawingml/2006/main"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3" name="bond-440">
            <a:extLst xmlns:a="http://schemas.openxmlformats.org/drawingml/2006/main">
              <a:ext uri="{FF2B5EF4-FFF2-40B4-BE49-F238E27FC236}">
                <a16:creationId xmlns:a16="http://schemas.microsoft.com/office/drawing/2014/main" id="{D7098583-DD4A-4FC2-BB87-E23B327C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3987165"/>
            <a:ext cx="102870" cy="171450"/>
          </a:xfrm>
          <a:custGeom xmlns:a="http://schemas.openxmlformats.org/drawingml/2006/main">
            <a:pathLst>
              <a:path w="102870" h="171450">
                <a:moveTo>
                  <a:pt x="0" y="0"/>
                </a:moveTo>
                <a:lnTo>
                  <a:pt x="10287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4" name="bond-441">
            <a:extLst xmlns:a="http://schemas.openxmlformats.org/drawingml/2006/main">
              <a:ext uri="{FF2B5EF4-FFF2-40B4-BE49-F238E27FC236}">
                <a16:creationId xmlns:a16="http://schemas.microsoft.com/office/drawing/2014/main" id="{4CAF14CA-9109-4902-9B47-4177706D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4158615"/>
            <a:ext cx="102870" cy="171450"/>
          </a:xfrm>
          <a:custGeom xmlns:a="http://schemas.openxmlformats.org/drawingml/2006/main">
            <a:pathLst>
              <a:path w="102870" h="171450">
                <a:moveTo>
                  <a:pt x="10287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5" name="bond-442">
            <a:extLst xmlns:a="http://schemas.openxmlformats.org/drawingml/2006/main">
              <a:ext uri="{FF2B5EF4-FFF2-40B4-BE49-F238E27FC236}">
                <a16:creationId xmlns:a16="http://schemas.microsoft.com/office/drawing/2014/main" id="{876B54CC-145E-4AEF-80F5-94B61779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30065"/>
            <a:ext cx="188595" cy="95"/>
          </a:xfrm>
          <a:custGeom xmlns:a="http://schemas.openxmlformats.org/drawingml/2006/main">
            <a:pathLst>
              <a:path w="188595" h="95">
                <a:moveTo>
                  <a:pt x="18859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6" name="bond-443">
            <a:extLst xmlns:a="http://schemas.openxmlformats.org/drawingml/2006/main">
              <a:ext uri="{FF2B5EF4-FFF2-40B4-BE49-F238E27FC236}">
                <a16:creationId xmlns:a16="http://schemas.microsoft.com/office/drawing/2014/main" id="{26394CDD-C89C-4BDD-845A-1AF27145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430" y="4158615"/>
            <a:ext cx="102870" cy="171450"/>
          </a:xfrm>
          <a:custGeom xmlns:a="http://schemas.openxmlformats.org/drawingml/2006/main">
            <a:pathLst>
              <a:path w="102870" h="171450">
                <a:moveTo>
                  <a:pt x="10287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7" name="bond-444">
            <a:extLst xmlns:a="http://schemas.openxmlformats.org/drawingml/2006/main">
              <a:ext uri="{FF2B5EF4-FFF2-40B4-BE49-F238E27FC236}">
                <a16:creationId xmlns:a16="http://schemas.microsoft.com/office/drawing/2014/main" id="{FBC272A5-7BE0-4B00-85C0-2DCE2476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892" y="4019741"/>
            <a:ext cx="83325" cy="138874"/>
          </a:xfrm>
          <a:custGeom xmlns:a="http://schemas.openxmlformats.org/drawingml/2006/main">
            <a:pathLst>
              <a:path w="83325" h="138874">
                <a:moveTo>
                  <a:pt x="0" y="138874"/>
                </a:moveTo>
                <a:lnTo>
                  <a:pt x="83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8" name="bond-445">
            <a:extLst xmlns:a="http://schemas.openxmlformats.org/drawingml/2006/main">
              <a:ext uri="{FF2B5EF4-FFF2-40B4-BE49-F238E27FC236}">
                <a16:creationId xmlns:a16="http://schemas.microsoft.com/office/drawing/2014/main" id="{778BA334-78F9-49E0-BC12-4FC3F6A1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978" y="4019741"/>
            <a:ext cx="83325" cy="138874"/>
          </a:xfrm>
          <a:custGeom xmlns:a="http://schemas.openxmlformats.org/drawingml/2006/main">
            <a:pathLst>
              <a:path w="83325" h="138874">
                <a:moveTo>
                  <a:pt x="0" y="0"/>
                </a:moveTo>
                <a:lnTo>
                  <a:pt x="83325" y="13887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199" name="bond-446">
            <a:extLst xmlns:a="http://schemas.openxmlformats.org/drawingml/2006/main">
              <a:ext uri="{FF2B5EF4-FFF2-40B4-BE49-F238E27FC236}">
                <a16:creationId xmlns:a16="http://schemas.microsoft.com/office/drawing/2014/main" id="{E3BB55D8-1CAB-42F5-BDEE-3DE91727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217" y="4297489"/>
            <a:ext cx="152762" cy="95"/>
          </a:xfrm>
          <a:custGeom xmlns:a="http://schemas.openxmlformats.org/drawingml/2006/main">
            <a:pathLst>
              <a:path w="152762" h="95">
                <a:moveTo>
                  <a:pt x="15276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00" name="text-H-447">
            <a:extLst xmlns:a="http://schemas.openxmlformats.org/drawingml/2006/main">
              <a:ext uri="{FF2B5EF4-FFF2-40B4-BE49-F238E27FC236}">
                <a16:creationId xmlns:a16="http://schemas.microsoft.com/office/drawing/2014/main" id="{870C8DCE-DDC2-4CBF-8598-611AA5A4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00" y="375559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01" name="text-N-448">
            <a:extLst xmlns:a="http://schemas.openxmlformats.org/drawingml/2006/main">
              <a:ext uri="{FF2B5EF4-FFF2-40B4-BE49-F238E27FC236}">
                <a16:creationId xmlns:a16="http://schemas.microsoft.com/office/drawing/2014/main" id="{7203BAEF-E9DD-4EDF-80C2-2D7A5E0E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207" y="375559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2" name="text-O-449">
            <a:extLst xmlns:a="http://schemas.openxmlformats.org/drawingml/2006/main">
              <a:ext uri="{FF2B5EF4-FFF2-40B4-BE49-F238E27FC236}">
                <a16:creationId xmlns:a16="http://schemas.microsoft.com/office/drawing/2014/main" id="{8E406320-D675-4928-8D09-9A72DEC4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695" y="376130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03" name="text-N-450">
            <a:extLst xmlns:a="http://schemas.openxmlformats.org/drawingml/2006/main">
              <a:ext uri="{FF2B5EF4-FFF2-40B4-BE49-F238E27FC236}">
                <a16:creationId xmlns:a16="http://schemas.microsoft.com/office/drawing/2014/main" id="{C139F88E-0EC2-4D2A-9C0C-4121D51F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827" y="341269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04" name="text-H-451">
            <a:extLst xmlns:a="http://schemas.openxmlformats.org/drawingml/2006/main">
              <a:ext uri="{FF2B5EF4-FFF2-40B4-BE49-F238E27FC236}">
                <a16:creationId xmlns:a16="http://schemas.microsoft.com/office/drawing/2014/main" id="{64898020-3C4D-419F-8708-1DAE1338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34" y="341269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05" name="text-2-452">
            <a:extLst xmlns:a="http://schemas.openxmlformats.org/drawingml/2006/main">
              <a:ext uri="{FF2B5EF4-FFF2-40B4-BE49-F238E27FC236}">
                <a16:creationId xmlns:a16="http://schemas.microsoft.com/office/drawing/2014/main" id="{CF99FA13-BE67-407E-ABD1-0669AD98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5441" y="3459056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6" name="text-H-453">
            <a:extLst xmlns:a="http://schemas.openxmlformats.org/drawingml/2006/main">
              <a:ext uri="{FF2B5EF4-FFF2-40B4-BE49-F238E27FC236}">
                <a16:creationId xmlns:a16="http://schemas.microsoft.com/office/drawing/2014/main" id="{14C430FB-2AD2-4322-A78B-AC71DF7A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435" y="341269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07" name="text-3-454">
            <a:extLst xmlns:a="http://schemas.openxmlformats.org/drawingml/2006/main">
              <a:ext uri="{FF2B5EF4-FFF2-40B4-BE49-F238E27FC236}">
                <a16:creationId xmlns:a16="http://schemas.microsoft.com/office/drawing/2014/main" id="{8B94840E-071D-45A5-9C89-AD56B22B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742" y="3459056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8" name="text-C-455">
            <a:extLst xmlns:a="http://schemas.openxmlformats.org/drawingml/2006/main">
              <a:ext uri="{FF2B5EF4-FFF2-40B4-BE49-F238E27FC236}">
                <a16:creationId xmlns:a16="http://schemas.microsoft.com/office/drawing/2014/main" id="{42A7DA49-B940-44A4-8244-1BE02179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922" y="341269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9" name="bond-456">
            <a:extLst xmlns:a="http://schemas.openxmlformats.org/drawingml/2006/main">
              <a:ext uri="{FF2B5EF4-FFF2-40B4-BE49-F238E27FC236}">
                <a16:creationId xmlns:a16="http://schemas.microsoft.com/office/drawing/2014/main" id="{2CEBE13B-1D32-440F-9F3C-C59F5940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923" y="3854120"/>
            <a:ext cx="64377" cy="133045"/>
          </a:xfrm>
          <a:custGeom xmlns:a="http://schemas.openxmlformats.org/drawingml/2006/main">
            <a:pathLst>
              <a:path w="64377" h="133045">
                <a:moveTo>
                  <a:pt x="64377" y="1330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10" name="bond-457">
            <a:extLst xmlns:a="http://schemas.openxmlformats.org/drawingml/2006/main">
              <a:ext uri="{FF2B5EF4-FFF2-40B4-BE49-F238E27FC236}">
                <a16:creationId xmlns:a16="http://schemas.microsoft.com/office/drawing/2014/main" id="{2137F3EF-BD3E-43A1-AAD4-A1991B64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500" y="3632835"/>
            <a:ext cx="60085" cy="133045"/>
          </a:xfrm>
          <a:custGeom xmlns:a="http://schemas.openxmlformats.org/drawingml/2006/main">
            <a:pathLst>
              <a:path w="60085" h="133045">
                <a:moveTo>
                  <a:pt x="0" y="133045"/>
                </a:moveTo>
                <a:lnTo>
                  <a:pt x="60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11" name="bond-458">
            <a:extLst xmlns:a="http://schemas.openxmlformats.org/drawingml/2006/main">
              <a:ext uri="{FF2B5EF4-FFF2-40B4-BE49-F238E27FC236}">
                <a16:creationId xmlns:a16="http://schemas.microsoft.com/office/drawing/2014/main" id="{BAFD985B-6696-4748-98D7-56CEF0BA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585" y="3632835"/>
            <a:ext cx="194310" cy="95"/>
          </a:xfrm>
          <a:custGeom xmlns:a="http://schemas.openxmlformats.org/drawingml/2006/main">
            <a:pathLst>
              <a:path w="194310" h="95">
                <a:moveTo>
                  <a:pt x="0" y="0"/>
                </a:moveTo>
                <a:lnTo>
                  <a:pt x="1943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12" name="bond-459">
            <a:extLst xmlns:a="http://schemas.openxmlformats.org/drawingml/2006/main">
              <a:ext uri="{FF2B5EF4-FFF2-40B4-BE49-F238E27FC236}">
                <a16:creationId xmlns:a16="http://schemas.microsoft.com/office/drawing/2014/main" id="{81D86A50-9515-443A-BD76-98532434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431" y="3638159"/>
            <a:ext cx="78053" cy="138760"/>
          </a:xfrm>
          <a:custGeom xmlns:a="http://schemas.openxmlformats.org/drawingml/2006/main">
            <a:pathLst>
              <a:path w="78053" h="138760">
                <a:moveTo>
                  <a:pt x="0" y="0"/>
                </a:moveTo>
                <a:lnTo>
                  <a:pt x="78053" y="1387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13" name="bond-460">
            <a:extLst xmlns:a="http://schemas.openxmlformats.org/drawingml/2006/main">
              <a:ext uri="{FF2B5EF4-FFF2-40B4-BE49-F238E27FC236}">
                <a16:creationId xmlns:a16="http://schemas.microsoft.com/office/drawing/2014/main" id="{93B2D667-92CF-417C-A9E0-89244F2B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359" y="3627511"/>
            <a:ext cx="78053" cy="138760"/>
          </a:xfrm>
          <a:custGeom xmlns:a="http://schemas.openxmlformats.org/drawingml/2006/main">
            <a:pathLst>
              <a:path w="78053" h="138760">
                <a:moveTo>
                  <a:pt x="0" y="0"/>
                </a:moveTo>
                <a:lnTo>
                  <a:pt x="78053" y="1387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14" name="bond-461">
            <a:extLst xmlns:a="http://schemas.openxmlformats.org/drawingml/2006/main">
              <a:ext uri="{FF2B5EF4-FFF2-40B4-BE49-F238E27FC236}">
                <a16:creationId xmlns:a16="http://schemas.microsoft.com/office/drawing/2014/main" id="{60291E9D-154B-426C-9F04-46E19A59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3524511"/>
            <a:ext cx="74706" cy="108324"/>
          </a:xfrm>
          <a:custGeom xmlns:a="http://schemas.openxmlformats.org/drawingml/2006/main">
            <a:pathLst>
              <a:path w="74706" h="108324">
                <a:moveTo>
                  <a:pt x="0" y="108324"/>
                </a:moveTo>
                <a:lnTo>
                  <a:pt x="747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15" name="stereobond-462">
            <a:extLst xmlns:a="http://schemas.openxmlformats.org/drawingml/2006/main">
              <a:ext uri="{FF2B5EF4-FFF2-40B4-BE49-F238E27FC236}">
                <a16:creationId xmlns:a16="http://schemas.microsoft.com/office/drawing/2014/main" id="{3BBEBEB9-2C36-4423-8759-9D8831E5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773" y="3516328"/>
            <a:ext cx="66812" cy="116507"/>
          </a:xfrm>
          <a:custGeom xmlns:a="http://schemas.openxmlformats.org/drawingml/2006/main">
            <a:pathLst>
              <a:path w="66812" h="116507">
                <a:moveTo>
                  <a:pt x="66812" y="116507"/>
                </a:moveTo>
                <a:lnTo>
                  <a:pt x="36505" y="0"/>
                </a:lnTo>
                <a:lnTo>
                  <a:pt x="0" y="16364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2858">
            <a:solidFill>
              <a:srgbClr val="222222"/>
            </a:solidFill>
          </a:ln>
        </p:spPr>
      </p:sp>
      <p:sp>
        <p:nvSpPr>
          <p:cNvPr id="216" name="text-N-463">
            <a:extLst xmlns:a="http://schemas.openxmlformats.org/drawingml/2006/main">
              <a:ext uri="{FF2B5EF4-FFF2-40B4-BE49-F238E27FC236}">
                <a16:creationId xmlns:a16="http://schemas.microsoft.com/office/drawing/2014/main" id="{16BB375E-1A91-4C77-8D27-B9ED6EA0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322" y="410420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17" name="text-+-464">
            <a:extLst xmlns:a="http://schemas.openxmlformats.org/drawingml/2006/main">
              <a:ext uri="{FF2B5EF4-FFF2-40B4-BE49-F238E27FC236}">
                <a16:creationId xmlns:a16="http://schemas.microsoft.com/office/drawing/2014/main" id="{4C21D305-1088-473C-90B6-91AC3AC5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629" y="4088391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18" name="text-O-465">
            <a:extLst xmlns:a="http://schemas.openxmlformats.org/drawingml/2006/main">
              <a:ext uri="{FF2B5EF4-FFF2-40B4-BE49-F238E27FC236}">
                <a16:creationId xmlns:a16="http://schemas.microsoft.com/office/drawing/2014/main" id="{C5058F41-1973-4A12-969B-4BBE583B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750" y="392704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19" name="text-O-466">
            <a:extLst xmlns:a="http://schemas.openxmlformats.org/drawingml/2006/main">
              <a:ext uri="{FF2B5EF4-FFF2-40B4-BE49-F238E27FC236}">
                <a16:creationId xmlns:a16="http://schemas.microsoft.com/office/drawing/2014/main" id="{BC959ADF-D069-4A21-85DA-9FAF0B04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180" y="428137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20" name="text-−-467">
            <a:extLst xmlns:a="http://schemas.openxmlformats.org/drawingml/2006/main">
              <a:ext uri="{FF2B5EF4-FFF2-40B4-BE49-F238E27FC236}">
                <a16:creationId xmlns:a16="http://schemas.microsoft.com/office/drawing/2014/main" id="{02861B1E-9A36-4A75-9E28-E3DF4C45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891" y="4265556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21" name="bond-468">
            <a:extLst xmlns:a="http://schemas.openxmlformats.org/drawingml/2006/main">
              <a:ext uri="{FF2B5EF4-FFF2-40B4-BE49-F238E27FC236}">
                <a16:creationId xmlns:a16="http://schemas.microsoft.com/office/drawing/2014/main" id="{CE30F8EE-C064-485F-9346-C4EE07C0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808" y="4158615"/>
            <a:ext cx="124622" cy="95"/>
          </a:xfrm>
          <a:custGeom xmlns:a="http://schemas.openxmlformats.org/drawingml/2006/main">
            <a:pathLst>
              <a:path w="124622" h="95">
                <a:moveTo>
                  <a:pt x="1246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22" name="bond-469">
            <a:extLst xmlns:a="http://schemas.openxmlformats.org/drawingml/2006/main">
              <a:ext uri="{FF2B5EF4-FFF2-40B4-BE49-F238E27FC236}">
                <a16:creationId xmlns:a16="http://schemas.microsoft.com/office/drawing/2014/main" id="{FEB76D17-A3C6-4B70-9424-58032D41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28" y="4020117"/>
            <a:ext cx="38276" cy="65919"/>
          </a:xfrm>
          <a:custGeom xmlns:a="http://schemas.openxmlformats.org/drawingml/2006/main">
            <a:pathLst>
              <a:path w="38276" h="65919">
                <a:moveTo>
                  <a:pt x="38276" y="659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23" name="bond-470">
            <a:extLst xmlns:a="http://schemas.openxmlformats.org/drawingml/2006/main">
              <a:ext uri="{FF2B5EF4-FFF2-40B4-BE49-F238E27FC236}">
                <a16:creationId xmlns:a16="http://schemas.microsoft.com/office/drawing/2014/main" id="{BBD886A3-556D-447B-AC42-15A178CE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048" y="4031022"/>
            <a:ext cx="38276" cy="65919"/>
          </a:xfrm>
          <a:custGeom xmlns:a="http://schemas.openxmlformats.org/drawingml/2006/main">
            <a:pathLst>
              <a:path w="38276" h="65919">
                <a:moveTo>
                  <a:pt x="38276" y="659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24" name="bond-471">
            <a:extLst xmlns:a="http://schemas.openxmlformats.org/drawingml/2006/main">
              <a:ext uri="{FF2B5EF4-FFF2-40B4-BE49-F238E27FC236}">
                <a16:creationId xmlns:a16="http://schemas.microsoft.com/office/drawing/2014/main" id="{AEDB18F3-CEF7-44DD-9DC5-EAC8DEDF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896" y="4202735"/>
            <a:ext cx="34023" cy="65919"/>
          </a:xfrm>
          <a:custGeom xmlns:a="http://schemas.openxmlformats.org/drawingml/2006/main">
            <a:pathLst>
              <a:path w="34023" h="65919">
                <a:moveTo>
                  <a:pt x="34023" y="0"/>
                </a:moveTo>
                <a:lnTo>
                  <a:pt x="0" y="65919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25" name="text-N-472">
            <a:extLst xmlns:a="http://schemas.openxmlformats.org/drawingml/2006/main">
              <a:ext uri="{FF2B5EF4-FFF2-40B4-BE49-F238E27FC236}">
                <a16:creationId xmlns:a16="http://schemas.microsoft.com/office/drawing/2014/main" id="{BBE85253-E0DE-423D-AE3C-3B9A3E9C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967" y="445853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26" name="text-+-473">
            <a:extLst xmlns:a="http://schemas.openxmlformats.org/drawingml/2006/main">
              <a:ext uri="{FF2B5EF4-FFF2-40B4-BE49-F238E27FC236}">
                <a16:creationId xmlns:a16="http://schemas.microsoft.com/office/drawing/2014/main" id="{398ADF8B-5F2D-4FCB-B987-C3BD0FCF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274" y="4442721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27" name="text-O-474">
            <a:extLst xmlns:a="http://schemas.openxmlformats.org/drawingml/2006/main">
              <a:ext uri="{FF2B5EF4-FFF2-40B4-BE49-F238E27FC236}">
                <a16:creationId xmlns:a16="http://schemas.microsoft.com/office/drawing/2014/main" id="{DBA8292D-2620-4A5A-8192-273F5488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005" y="445853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28" name="text-O-475">
            <a:extLst xmlns:a="http://schemas.openxmlformats.org/drawingml/2006/main">
              <a:ext uri="{FF2B5EF4-FFF2-40B4-BE49-F238E27FC236}">
                <a16:creationId xmlns:a16="http://schemas.microsoft.com/office/drawing/2014/main" id="{9B767918-D8B7-4015-ABC0-0951E102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540" y="462998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29" name="text-−-476">
            <a:extLst xmlns:a="http://schemas.openxmlformats.org/drawingml/2006/main">
              <a:ext uri="{FF2B5EF4-FFF2-40B4-BE49-F238E27FC236}">
                <a16:creationId xmlns:a16="http://schemas.microsoft.com/office/drawing/2014/main" id="{CD686A69-6703-4094-9364-F87AAB30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251" y="4614171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30" name="bond-477">
            <a:extLst xmlns:a="http://schemas.openxmlformats.org/drawingml/2006/main">
              <a:ext uri="{FF2B5EF4-FFF2-40B4-BE49-F238E27FC236}">
                <a16:creationId xmlns:a16="http://schemas.microsoft.com/office/drawing/2014/main" id="{636C4DCE-67E5-4580-B226-6E43C49F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4330065"/>
            <a:ext cx="57877" cy="115754"/>
          </a:xfrm>
          <a:custGeom xmlns:a="http://schemas.openxmlformats.org/drawingml/2006/main">
            <a:pathLst>
              <a:path w="57877" h="115754">
                <a:moveTo>
                  <a:pt x="0" y="0"/>
                </a:moveTo>
                <a:lnTo>
                  <a:pt x="57877" y="11575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31" name="bond-478">
            <a:extLst xmlns:a="http://schemas.openxmlformats.org/drawingml/2006/main">
              <a:ext uri="{FF2B5EF4-FFF2-40B4-BE49-F238E27FC236}">
                <a16:creationId xmlns:a16="http://schemas.microsoft.com/office/drawing/2014/main" id="{3D57091C-9962-4061-A153-1B170EE7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453" y="4523803"/>
            <a:ext cx="77694" cy="95"/>
          </a:xfrm>
          <a:custGeom xmlns:a="http://schemas.openxmlformats.org/drawingml/2006/main">
            <a:pathLst>
              <a:path w="77694" h="95">
                <a:moveTo>
                  <a:pt x="0" y="0"/>
                </a:moveTo>
                <a:lnTo>
                  <a:pt x="77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32" name="bond-479">
            <a:extLst xmlns:a="http://schemas.openxmlformats.org/drawingml/2006/main">
              <a:ext uri="{FF2B5EF4-FFF2-40B4-BE49-F238E27FC236}">
                <a16:creationId xmlns:a16="http://schemas.microsoft.com/office/drawing/2014/main" id="{0F6E3DA1-7BAF-4061-942F-25C17BE9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453" y="4502087"/>
            <a:ext cx="77694" cy="95"/>
          </a:xfrm>
          <a:custGeom xmlns:a="http://schemas.openxmlformats.org/drawingml/2006/main">
            <a:pathLst>
              <a:path w="77694" h="95">
                <a:moveTo>
                  <a:pt x="0" y="0"/>
                </a:moveTo>
                <a:lnTo>
                  <a:pt x="77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33" name="bond-480">
            <a:extLst xmlns:a="http://schemas.openxmlformats.org/drawingml/2006/main">
              <a:ext uri="{FF2B5EF4-FFF2-40B4-BE49-F238E27FC236}">
                <a16:creationId xmlns:a16="http://schemas.microsoft.com/office/drawing/2014/main" id="{366D9C35-F025-4688-A08A-53456DC8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173" y="4557065"/>
            <a:ext cx="30102" cy="60204"/>
          </a:xfrm>
          <a:custGeom xmlns:a="http://schemas.openxmlformats.org/drawingml/2006/main">
            <a:pathLst>
              <a:path w="30102" h="60204">
                <a:moveTo>
                  <a:pt x="30102" y="0"/>
                </a:moveTo>
                <a:lnTo>
                  <a:pt x="0" y="6020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34" name="text-F-481">
            <a:extLst xmlns:a="http://schemas.openxmlformats.org/drawingml/2006/main">
              <a:ext uri="{FF2B5EF4-FFF2-40B4-BE49-F238E27FC236}">
                <a16:creationId xmlns:a16="http://schemas.microsoft.com/office/drawing/2014/main" id="{0C35B82B-EB2E-49CD-BBBA-7A25338E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834" y="4104208"/>
            <a:ext cx="63912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35" name="bond-482">
            <a:extLst xmlns:a="http://schemas.openxmlformats.org/drawingml/2006/main">
              <a:ext uri="{FF2B5EF4-FFF2-40B4-BE49-F238E27FC236}">
                <a16:creationId xmlns:a16="http://schemas.microsoft.com/office/drawing/2014/main" id="{305180D7-2B72-4424-AFD4-4C8AFD71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765" y="4158615"/>
            <a:ext cx="161211" cy="95"/>
          </a:xfrm>
          <a:custGeom xmlns:a="http://schemas.openxmlformats.org/drawingml/2006/main">
            <a:pathLst>
              <a:path w="161211" h="95">
                <a:moveTo>
                  <a:pt x="0" y="0"/>
                </a:moveTo>
                <a:lnTo>
                  <a:pt x="161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36" name="text-L-FDAA (S)-483">
            <a:extLst xmlns:a="http://schemas.openxmlformats.org/drawingml/2006/main">
              <a:ext uri="{FF2B5EF4-FFF2-40B4-BE49-F238E27FC236}">
                <a16:creationId xmlns:a16="http://schemas.microsoft.com/office/drawing/2014/main" id="{0A47E074-6F49-4980-8EF5-895467D7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905" y="4784293"/>
            <a:ext cx="182880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L-FDAA (S)</a:t>
            </a:r>
          </a:p>
        </p:txBody>
      </p:sp>
      <p:sp>
        <p:nvSpPr>
          <p:cNvPr id="237" name="bond-484">
            <a:extLst xmlns:a="http://schemas.openxmlformats.org/drawingml/2006/main">
              <a:ext uri="{FF2B5EF4-FFF2-40B4-BE49-F238E27FC236}">
                <a16:creationId xmlns:a16="http://schemas.microsoft.com/office/drawing/2014/main" id="{49B33F52-BA6B-4CBA-A4CA-5F521A04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067175"/>
            <a:ext cx="731520" cy="95"/>
          </a:xfrm>
          <a:custGeom xmlns:a="http://schemas.openxmlformats.org/drawingml/2006/main">
            <a:pathLst>
              <a:path w="731520" h="95">
                <a:moveTo>
                  <a:pt x="0" y="0"/>
                </a:moveTo>
                <a:lnTo>
                  <a:pt x="7315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2939B"/>
            </a:solidFill>
            <a:prstDash val="solid"/>
          </a:ln>
        </p:spPr>
      </p:sp>
      <p:sp>
        <p:nvSpPr>
          <p:cNvPr id="238" name="bond-485">
            <a:extLst xmlns:a="http://schemas.openxmlformats.org/drawingml/2006/main">
              <a:ext uri="{FF2B5EF4-FFF2-40B4-BE49-F238E27FC236}">
                <a16:creationId xmlns:a16="http://schemas.microsoft.com/office/drawing/2014/main" id="{CB61C946-024A-45BB-969B-4F90604E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230" y="4027170"/>
            <a:ext cx="62865" cy="40005"/>
          </a:xfrm>
          <a:custGeom xmlns:a="http://schemas.openxmlformats.org/drawingml/2006/main">
            <a:pathLst>
              <a:path w="62865" h="40005">
                <a:moveTo>
                  <a:pt x="0" y="0"/>
                </a:moveTo>
                <a:lnTo>
                  <a:pt x="62865" y="4000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2939B"/>
            </a:solidFill>
            <a:prstDash val="solid"/>
          </a:ln>
        </p:spPr>
      </p:sp>
      <p:sp>
        <p:nvSpPr>
          <p:cNvPr id="239" name="bond-486">
            <a:extLst xmlns:a="http://schemas.openxmlformats.org/drawingml/2006/main">
              <a:ext uri="{FF2B5EF4-FFF2-40B4-BE49-F238E27FC236}">
                <a16:creationId xmlns:a16="http://schemas.microsoft.com/office/drawing/2014/main" id="{77A9AB16-0F30-4F54-99D2-B71CA7AB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230" y="4067175"/>
            <a:ext cx="62865" cy="40005"/>
          </a:xfrm>
          <a:custGeom xmlns:a="http://schemas.openxmlformats.org/drawingml/2006/main">
            <a:pathLst>
              <a:path w="62865" h="40005">
                <a:moveTo>
                  <a:pt x="0" y="40005"/>
                </a:moveTo>
                <a:lnTo>
                  <a:pt x="628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2939B"/>
            </a:solidFill>
            <a:prstDash val="solid"/>
          </a:ln>
        </p:spPr>
      </p:sp>
      <p:sp>
        <p:nvSpPr>
          <p:cNvPr id="240" name="text-SNAr-487">
            <a:extLst xmlns:a="http://schemas.openxmlformats.org/drawingml/2006/main">
              <a:ext uri="{FF2B5EF4-FFF2-40B4-BE49-F238E27FC236}">
                <a16:creationId xmlns:a16="http://schemas.microsoft.com/office/drawing/2014/main" id="{DC1CEC91-8E95-4809-A852-0373F104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838" y="3925214"/>
            <a:ext cx="198425" cy="8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3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3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SNAr</a:t>
            </a:r>
          </a:p>
        </p:txBody>
      </p:sp>
      <p:sp>
        <p:nvSpPr>
          <p:cNvPr id="241" name="bond-488">
            <a:extLst xmlns:a="http://schemas.openxmlformats.org/drawingml/2006/main">
              <a:ext uri="{FF2B5EF4-FFF2-40B4-BE49-F238E27FC236}">
                <a16:creationId xmlns:a16="http://schemas.microsoft.com/office/drawing/2014/main" id="{0535CE11-7B4E-4EB8-AEA2-9FC2B5D2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87165"/>
            <a:ext cx="102870" cy="171450"/>
          </a:xfrm>
          <a:custGeom xmlns:a="http://schemas.openxmlformats.org/drawingml/2006/main">
            <a:pathLst>
              <a:path w="102870" h="171450">
                <a:moveTo>
                  <a:pt x="0" y="171450"/>
                </a:moveTo>
                <a:lnTo>
                  <a:pt x="1028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42" name="bond-489">
            <a:extLst xmlns:a="http://schemas.openxmlformats.org/drawingml/2006/main">
              <a:ext uri="{FF2B5EF4-FFF2-40B4-BE49-F238E27FC236}">
                <a16:creationId xmlns:a16="http://schemas.microsoft.com/office/drawing/2014/main" id="{76293906-A5C2-44EB-9056-A41EC3E6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220" y="3987165"/>
            <a:ext cx="188595" cy="95"/>
          </a:xfrm>
          <a:custGeom xmlns:a="http://schemas.openxmlformats.org/drawingml/2006/main"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43" name="bond-490">
            <a:extLst xmlns:a="http://schemas.openxmlformats.org/drawingml/2006/main">
              <a:ext uri="{FF2B5EF4-FFF2-40B4-BE49-F238E27FC236}">
                <a16:creationId xmlns:a16="http://schemas.microsoft.com/office/drawing/2014/main" id="{ACCEEDC9-FC18-45E4-907E-A2D33065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15" y="3987165"/>
            <a:ext cx="102870" cy="171450"/>
          </a:xfrm>
          <a:custGeom xmlns:a="http://schemas.openxmlformats.org/drawingml/2006/main">
            <a:pathLst>
              <a:path w="102870" h="171450">
                <a:moveTo>
                  <a:pt x="0" y="0"/>
                </a:moveTo>
                <a:lnTo>
                  <a:pt x="10287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44" name="bond-491">
            <a:extLst xmlns:a="http://schemas.openxmlformats.org/drawingml/2006/main">
              <a:ext uri="{FF2B5EF4-FFF2-40B4-BE49-F238E27FC236}">
                <a16:creationId xmlns:a16="http://schemas.microsoft.com/office/drawing/2014/main" id="{46C916CC-6E87-4A35-8894-0FFF82F8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15" y="4158615"/>
            <a:ext cx="102870" cy="171450"/>
          </a:xfrm>
          <a:custGeom xmlns:a="http://schemas.openxmlformats.org/drawingml/2006/main">
            <a:pathLst>
              <a:path w="102870" h="171450">
                <a:moveTo>
                  <a:pt x="10287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45" name="bond-492">
            <a:extLst xmlns:a="http://schemas.openxmlformats.org/drawingml/2006/main">
              <a:ext uri="{FF2B5EF4-FFF2-40B4-BE49-F238E27FC236}">
                <a16:creationId xmlns:a16="http://schemas.microsoft.com/office/drawing/2014/main" id="{C2BC17A9-3CBF-491F-AA7E-B9044370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220" y="4330065"/>
            <a:ext cx="188595" cy="95"/>
          </a:xfrm>
          <a:custGeom xmlns:a="http://schemas.openxmlformats.org/drawingml/2006/main">
            <a:pathLst>
              <a:path w="188595" h="95">
                <a:moveTo>
                  <a:pt x="18859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46" name="bond-493">
            <a:extLst xmlns:a="http://schemas.openxmlformats.org/drawingml/2006/main">
              <a:ext uri="{FF2B5EF4-FFF2-40B4-BE49-F238E27FC236}">
                <a16:creationId xmlns:a16="http://schemas.microsoft.com/office/drawing/2014/main" id="{00D0DB21-716B-44C6-89F2-B8C51BBA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58615"/>
            <a:ext cx="102870" cy="171450"/>
          </a:xfrm>
          <a:custGeom xmlns:a="http://schemas.openxmlformats.org/drawingml/2006/main">
            <a:pathLst>
              <a:path w="102870" h="171450">
                <a:moveTo>
                  <a:pt x="10287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47" name="bond-494">
            <a:extLst xmlns:a="http://schemas.openxmlformats.org/drawingml/2006/main">
              <a:ext uri="{FF2B5EF4-FFF2-40B4-BE49-F238E27FC236}">
                <a16:creationId xmlns:a16="http://schemas.microsoft.com/office/drawing/2014/main" id="{3D12ACC0-0C87-46EF-9623-1928FBEE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812" y="4019741"/>
            <a:ext cx="83325" cy="138874"/>
          </a:xfrm>
          <a:custGeom xmlns:a="http://schemas.openxmlformats.org/drawingml/2006/main">
            <a:pathLst>
              <a:path w="83325" h="138874">
                <a:moveTo>
                  <a:pt x="0" y="138874"/>
                </a:moveTo>
                <a:lnTo>
                  <a:pt x="83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48" name="bond-495">
            <a:extLst xmlns:a="http://schemas.openxmlformats.org/drawingml/2006/main">
              <a:ext uri="{FF2B5EF4-FFF2-40B4-BE49-F238E27FC236}">
                <a16:creationId xmlns:a16="http://schemas.microsoft.com/office/drawing/2014/main" id="{057EE6F2-329D-44EA-82ED-97A6E9B9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898" y="4019741"/>
            <a:ext cx="83325" cy="138874"/>
          </a:xfrm>
          <a:custGeom xmlns:a="http://schemas.openxmlformats.org/drawingml/2006/main">
            <a:pathLst>
              <a:path w="83325" h="138874">
                <a:moveTo>
                  <a:pt x="0" y="0"/>
                </a:moveTo>
                <a:lnTo>
                  <a:pt x="83325" y="13887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49" name="bond-496">
            <a:extLst xmlns:a="http://schemas.openxmlformats.org/drawingml/2006/main">
              <a:ext uri="{FF2B5EF4-FFF2-40B4-BE49-F238E27FC236}">
                <a16:creationId xmlns:a16="http://schemas.microsoft.com/office/drawing/2014/main" id="{84459FFF-8436-4548-AB75-BC9C3DFB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137" y="4297489"/>
            <a:ext cx="152762" cy="95"/>
          </a:xfrm>
          <a:custGeom xmlns:a="http://schemas.openxmlformats.org/drawingml/2006/main">
            <a:pathLst>
              <a:path w="152762" h="95">
                <a:moveTo>
                  <a:pt x="15276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50" name="text-H-497">
            <a:extLst xmlns:a="http://schemas.openxmlformats.org/drawingml/2006/main">
              <a:ext uri="{FF2B5EF4-FFF2-40B4-BE49-F238E27FC236}">
                <a16:creationId xmlns:a16="http://schemas.microsoft.com/office/drawing/2014/main" id="{6B3FBFBE-DA43-4129-A795-FA46FE79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820" y="375559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51" name="text-N-498">
            <a:extLst xmlns:a="http://schemas.openxmlformats.org/drawingml/2006/main">
              <a:ext uri="{FF2B5EF4-FFF2-40B4-BE49-F238E27FC236}">
                <a16:creationId xmlns:a16="http://schemas.microsoft.com/office/drawing/2014/main" id="{6E977655-FE8B-4C0A-A694-3CA38E51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127" y="375559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52" name="text-O-499">
            <a:extLst xmlns:a="http://schemas.openxmlformats.org/drawingml/2006/main">
              <a:ext uri="{FF2B5EF4-FFF2-40B4-BE49-F238E27FC236}">
                <a16:creationId xmlns:a16="http://schemas.microsoft.com/office/drawing/2014/main" id="{5D0923A8-3AEB-4989-B850-A56CE66E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15" y="376130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53" name="text-N-500">
            <a:extLst xmlns:a="http://schemas.openxmlformats.org/drawingml/2006/main">
              <a:ext uri="{FF2B5EF4-FFF2-40B4-BE49-F238E27FC236}">
                <a16:creationId xmlns:a16="http://schemas.microsoft.com/office/drawing/2014/main" id="{303F066B-4644-4254-8E52-95CB7298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47" y="341269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54" name="text-H-501">
            <a:extLst xmlns:a="http://schemas.openxmlformats.org/drawingml/2006/main">
              <a:ext uri="{FF2B5EF4-FFF2-40B4-BE49-F238E27FC236}">
                <a16:creationId xmlns:a16="http://schemas.microsoft.com/office/drawing/2014/main" id="{4DDB3917-29FF-4384-AE92-87176435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54" y="341269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55" name="text-2-502">
            <a:extLst xmlns:a="http://schemas.openxmlformats.org/drawingml/2006/main">
              <a:ext uri="{FF2B5EF4-FFF2-40B4-BE49-F238E27FC236}">
                <a16:creationId xmlns:a16="http://schemas.microsoft.com/office/drawing/2014/main" id="{9131337A-06FB-4632-92C2-4368AAF6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361" y="3459056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6" name="text-H-503">
            <a:extLst xmlns:a="http://schemas.openxmlformats.org/drawingml/2006/main">
              <a:ext uri="{FF2B5EF4-FFF2-40B4-BE49-F238E27FC236}">
                <a16:creationId xmlns:a16="http://schemas.microsoft.com/office/drawing/2014/main" id="{9393EAF8-4F67-4C83-9D04-E1F2E55C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355" y="341269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57" name="text-3-504">
            <a:extLst xmlns:a="http://schemas.openxmlformats.org/drawingml/2006/main">
              <a:ext uri="{FF2B5EF4-FFF2-40B4-BE49-F238E27FC236}">
                <a16:creationId xmlns:a16="http://schemas.microsoft.com/office/drawing/2014/main" id="{4FAA3A8B-D579-4D88-959B-FC54487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662" y="3459056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8" name="text-C-505">
            <a:extLst xmlns:a="http://schemas.openxmlformats.org/drawingml/2006/main">
              <a:ext uri="{FF2B5EF4-FFF2-40B4-BE49-F238E27FC236}">
                <a16:creationId xmlns:a16="http://schemas.microsoft.com/office/drawing/2014/main" id="{AE87C20A-DDE2-4053-8946-DDE350CD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842" y="341269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59" name="bond-506">
            <a:extLst xmlns:a="http://schemas.openxmlformats.org/drawingml/2006/main">
              <a:ext uri="{FF2B5EF4-FFF2-40B4-BE49-F238E27FC236}">
                <a16:creationId xmlns:a16="http://schemas.microsoft.com/office/drawing/2014/main" id="{34617978-88B2-446B-A37F-C75724EE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843" y="3854120"/>
            <a:ext cx="64377" cy="133045"/>
          </a:xfrm>
          <a:custGeom xmlns:a="http://schemas.openxmlformats.org/drawingml/2006/main">
            <a:pathLst>
              <a:path w="64377" h="133045">
                <a:moveTo>
                  <a:pt x="64377" y="1330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60" name="bond-507">
            <a:extLst xmlns:a="http://schemas.openxmlformats.org/drawingml/2006/main">
              <a:ext uri="{FF2B5EF4-FFF2-40B4-BE49-F238E27FC236}">
                <a16:creationId xmlns:a16="http://schemas.microsoft.com/office/drawing/2014/main" id="{B2499B07-5FC0-4626-8E50-F868A36C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20" y="3632835"/>
            <a:ext cx="60085" cy="133045"/>
          </a:xfrm>
          <a:custGeom xmlns:a="http://schemas.openxmlformats.org/drawingml/2006/main">
            <a:pathLst>
              <a:path w="60085" h="133045">
                <a:moveTo>
                  <a:pt x="0" y="133045"/>
                </a:moveTo>
                <a:lnTo>
                  <a:pt x="60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61" name="bond-508">
            <a:extLst xmlns:a="http://schemas.openxmlformats.org/drawingml/2006/main">
              <a:ext uri="{FF2B5EF4-FFF2-40B4-BE49-F238E27FC236}">
                <a16:creationId xmlns:a16="http://schemas.microsoft.com/office/drawing/2014/main" id="{99188457-D864-4F8E-B7C9-28385F8C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505" y="3632835"/>
            <a:ext cx="194310" cy="95"/>
          </a:xfrm>
          <a:custGeom xmlns:a="http://schemas.openxmlformats.org/drawingml/2006/main">
            <a:pathLst>
              <a:path w="194310" h="95">
                <a:moveTo>
                  <a:pt x="0" y="0"/>
                </a:moveTo>
                <a:lnTo>
                  <a:pt x="1943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62" name="bond-509">
            <a:extLst xmlns:a="http://schemas.openxmlformats.org/drawingml/2006/main">
              <a:ext uri="{FF2B5EF4-FFF2-40B4-BE49-F238E27FC236}">
                <a16:creationId xmlns:a16="http://schemas.microsoft.com/office/drawing/2014/main" id="{8F78A477-6ADE-4057-BE70-2D82C8D4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351" y="3638159"/>
            <a:ext cx="78053" cy="138760"/>
          </a:xfrm>
          <a:custGeom xmlns:a="http://schemas.openxmlformats.org/drawingml/2006/main">
            <a:pathLst>
              <a:path w="78053" h="138760">
                <a:moveTo>
                  <a:pt x="0" y="0"/>
                </a:moveTo>
                <a:lnTo>
                  <a:pt x="78053" y="1387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63" name="bond-510">
            <a:extLst xmlns:a="http://schemas.openxmlformats.org/drawingml/2006/main">
              <a:ext uri="{FF2B5EF4-FFF2-40B4-BE49-F238E27FC236}">
                <a16:creationId xmlns:a16="http://schemas.microsoft.com/office/drawing/2014/main" id="{906DF866-A367-47EE-A131-135B59A8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279" y="3627511"/>
            <a:ext cx="78053" cy="138760"/>
          </a:xfrm>
          <a:custGeom xmlns:a="http://schemas.openxmlformats.org/drawingml/2006/main">
            <a:pathLst>
              <a:path w="78053" h="138760">
                <a:moveTo>
                  <a:pt x="0" y="0"/>
                </a:moveTo>
                <a:lnTo>
                  <a:pt x="78053" y="1387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64" name="bond-511">
            <a:extLst xmlns:a="http://schemas.openxmlformats.org/drawingml/2006/main">
              <a:ext uri="{FF2B5EF4-FFF2-40B4-BE49-F238E27FC236}">
                <a16:creationId xmlns:a16="http://schemas.microsoft.com/office/drawing/2014/main" id="{537DC214-03D9-4126-AE6E-38853B1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15" y="3524511"/>
            <a:ext cx="74706" cy="108324"/>
          </a:xfrm>
          <a:custGeom xmlns:a="http://schemas.openxmlformats.org/drawingml/2006/main">
            <a:pathLst>
              <a:path w="74706" h="108324">
                <a:moveTo>
                  <a:pt x="0" y="108324"/>
                </a:moveTo>
                <a:lnTo>
                  <a:pt x="747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65" name="stereobond-512">
            <a:extLst xmlns:a="http://schemas.openxmlformats.org/drawingml/2006/main">
              <a:ext uri="{FF2B5EF4-FFF2-40B4-BE49-F238E27FC236}">
                <a16:creationId xmlns:a16="http://schemas.microsoft.com/office/drawing/2014/main" id="{FE78DCB8-3EE4-470A-8B2E-D0B628D8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693" y="3516328"/>
            <a:ext cx="66812" cy="116507"/>
          </a:xfrm>
          <a:custGeom xmlns:a="http://schemas.openxmlformats.org/drawingml/2006/main">
            <a:pathLst>
              <a:path w="66812" h="116507">
                <a:moveTo>
                  <a:pt x="66812" y="116507"/>
                </a:moveTo>
                <a:lnTo>
                  <a:pt x="36505" y="0"/>
                </a:lnTo>
                <a:lnTo>
                  <a:pt x="0" y="16364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2858">
            <a:solidFill>
              <a:srgbClr val="222222"/>
            </a:solidFill>
          </a:ln>
        </p:spPr>
      </p:sp>
      <p:sp>
        <p:nvSpPr>
          <p:cNvPr id="266" name="text-N-513">
            <a:extLst xmlns:a="http://schemas.openxmlformats.org/drawingml/2006/main">
              <a:ext uri="{FF2B5EF4-FFF2-40B4-BE49-F238E27FC236}">
                <a16:creationId xmlns:a16="http://schemas.microsoft.com/office/drawing/2014/main" id="{5D3714C6-70E9-43A5-963B-398838AE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242" y="410420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67" name="text-+-514">
            <a:extLst xmlns:a="http://schemas.openxmlformats.org/drawingml/2006/main">
              <a:ext uri="{FF2B5EF4-FFF2-40B4-BE49-F238E27FC236}">
                <a16:creationId xmlns:a16="http://schemas.microsoft.com/office/drawing/2014/main" id="{4D915AE4-BBD7-4CF5-89F7-5FDB90AE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549" y="4088391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68" name="text-O-515">
            <a:extLst xmlns:a="http://schemas.openxmlformats.org/drawingml/2006/main">
              <a:ext uri="{FF2B5EF4-FFF2-40B4-BE49-F238E27FC236}">
                <a16:creationId xmlns:a16="http://schemas.microsoft.com/office/drawing/2014/main" id="{C074A2C7-A0C1-4CA6-ADEF-B866790A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670" y="392704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69" name="text-O-516">
            <a:extLst xmlns:a="http://schemas.openxmlformats.org/drawingml/2006/main">
              <a:ext uri="{FF2B5EF4-FFF2-40B4-BE49-F238E27FC236}">
                <a16:creationId xmlns:a16="http://schemas.microsoft.com/office/drawing/2014/main" id="{545A1AA8-9495-43CD-9AB9-F37F026D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100" y="428137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70" name="text-−-517">
            <a:extLst xmlns:a="http://schemas.openxmlformats.org/drawingml/2006/main">
              <a:ext uri="{FF2B5EF4-FFF2-40B4-BE49-F238E27FC236}">
                <a16:creationId xmlns:a16="http://schemas.microsoft.com/office/drawing/2014/main" id="{013F6834-660A-4EED-9874-295116DE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811" y="4265556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71" name="bond-518">
            <a:extLst xmlns:a="http://schemas.openxmlformats.org/drawingml/2006/main">
              <a:ext uri="{FF2B5EF4-FFF2-40B4-BE49-F238E27FC236}">
                <a16:creationId xmlns:a16="http://schemas.microsoft.com/office/drawing/2014/main" id="{47E02D72-F72D-4607-B544-C3EC9CBC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728" y="4158615"/>
            <a:ext cx="124622" cy="95"/>
          </a:xfrm>
          <a:custGeom xmlns:a="http://schemas.openxmlformats.org/drawingml/2006/main">
            <a:pathLst>
              <a:path w="124622" h="95">
                <a:moveTo>
                  <a:pt x="1246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72" name="bond-519">
            <a:extLst xmlns:a="http://schemas.openxmlformats.org/drawingml/2006/main">
              <a:ext uri="{FF2B5EF4-FFF2-40B4-BE49-F238E27FC236}">
                <a16:creationId xmlns:a16="http://schemas.microsoft.com/office/drawing/2014/main" id="{E910D3B8-037D-4543-9851-B30DE40B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48" y="4020117"/>
            <a:ext cx="38276" cy="65919"/>
          </a:xfrm>
          <a:custGeom xmlns:a="http://schemas.openxmlformats.org/drawingml/2006/main">
            <a:pathLst>
              <a:path w="38276" h="65919">
                <a:moveTo>
                  <a:pt x="38276" y="659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73" name="bond-520">
            <a:extLst xmlns:a="http://schemas.openxmlformats.org/drawingml/2006/main">
              <a:ext uri="{FF2B5EF4-FFF2-40B4-BE49-F238E27FC236}">
                <a16:creationId xmlns:a16="http://schemas.microsoft.com/office/drawing/2014/main" id="{3DCB783E-6E34-4E0C-9F7F-6AEF1840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968" y="4031022"/>
            <a:ext cx="38276" cy="65919"/>
          </a:xfrm>
          <a:custGeom xmlns:a="http://schemas.openxmlformats.org/drawingml/2006/main">
            <a:pathLst>
              <a:path w="38276" h="65919">
                <a:moveTo>
                  <a:pt x="38276" y="659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74" name="bond-521">
            <a:extLst xmlns:a="http://schemas.openxmlformats.org/drawingml/2006/main">
              <a:ext uri="{FF2B5EF4-FFF2-40B4-BE49-F238E27FC236}">
                <a16:creationId xmlns:a16="http://schemas.microsoft.com/office/drawing/2014/main" id="{6CB5E082-CDFC-451C-A1A8-C67FDD6F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816" y="4202735"/>
            <a:ext cx="34023" cy="65919"/>
          </a:xfrm>
          <a:custGeom xmlns:a="http://schemas.openxmlformats.org/drawingml/2006/main">
            <a:pathLst>
              <a:path w="34023" h="65919">
                <a:moveTo>
                  <a:pt x="34023" y="0"/>
                </a:moveTo>
                <a:lnTo>
                  <a:pt x="0" y="65919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75" name="text-N-522">
            <a:extLst xmlns:a="http://schemas.openxmlformats.org/drawingml/2006/main">
              <a:ext uri="{FF2B5EF4-FFF2-40B4-BE49-F238E27FC236}">
                <a16:creationId xmlns:a16="http://schemas.microsoft.com/office/drawing/2014/main" id="{CD8D6774-1DED-4E66-883B-9CDF97FA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887" y="445853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76" name="text-+-523">
            <a:extLst xmlns:a="http://schemas.openxmlformats.org/drawingml/2006/main">
              <a:ext uri="{FF2B5EF4-FFF2-40B4-BE49-F238E27FC236}">
                <a16:creationId xmlns:a16="http://schemas.microsoft.com/office/drawing/2014/main" id="{4F488D3F-0E92-4E21-89E1-4DC8C2EA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194" y="4442721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77" name="text-O-524">
            <a:extLst xmlns:a="http://schemas.openxmlformats.org/drawingml/2006/main">
              <a:ext uri="{FF2B5EF4-FFF2-40B4-BE49-F238E27FC236}">
                <a16:creationId xmlns:a16="http://schemas.microsoft.com/office/drawing/2014/main" id="{5E23628E-D4E3-4160-97C5-2EC7072E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925" y="445853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78" name="text-O-525">
            <a:extLst xmlns:a="http://schemas.openxmlformats.org/drawingml/2006/main">
              <a:ext uri="{FF2B5EF4-FFF2-40B4-BE49-F238E27FC236}">
                <a16:creationId xmlns:a16="http://schemas.microsoft.com/office/drawing/2014/main" id="{CD6EB118-C472-4019-85B8-A571FFBA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460" y="462998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79" name="text-−-526">
            <a:extLst xmlns:a="http://schemas.openxmlformats.org/drawingml/2006/main">
              <a:ext uri="{FF2B5EF4-FFF2-40B4-BE49-F238E27FC236}">
                <a16:creationId xmlns:a16="http://schemas.microsoft.com/office/drawing/2014/main" id="{CA9236CC-786A-4DA3-BEE0-DCEEA7E4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171" y="4614171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80" name="bond-527">
            <a:extLst xmlns:a="http://schemas.openxmlformats.org/drawingml/2006/main">
              <a:ext uri="{FF2B5EF4-FFF2-40B4-BE49-F238E27FC236}">
                <a16:creationId xmlns:a16="http://schemas.microsoft.com/office/drawing/2014/main" id="{BAE9F454-A013-48E2-894E-904B3D6F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15" y="4330065"/>
            <a:ext cx="57877" cy="115754"/>
          </a:xfrm>
          <a:custGeom xmlns:a="http://schemas.openxmlformats.org/drawingml/2006/main">
            <a:pathLst>
              <a:path w="57877" h="115754">
                <a:moveTo>
                  <a:pt x="0" y="0"/>
                </a:moveTo>
                <a:lnTo>
                  <a:pt x="57877" y="11575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81" name="bond-528">
            <a:extLst xmlns:a="http://schemas.openxmlformats.org/drawingml/2006/main">
              <a:ext uri="{FF2B5EF4-FFF2-40B4-BE49-F238E27FC236}">
                <a16:creationId xmlns:a16="http://schemas.microsoft.com/office/drawing/2014/main" id="{AB1FEF83-D70C-4A82-8F1D-82C89135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373" y="4523803"/>
            <a:ext cx="77694" cy="95"/>
          </a:xfrm>
          <a:custGeom xmlns:a="http://schemas.openxmlformats.org/drawingml/2006/main">
            <a:pathLst>
              <a:path w="77694" h="95">
                <a:moveTo>
                  <a:pt x="0" y="0"/>
                </a:moveTo>
                <a:lnTo>
                  <a:pt x="77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82" name="bond-529">
            <a:extLst xmlns:a="http://schemas.openxmlformats.org/drawingml/2006/main">
              <a:ext uri="{FF2B5EF4-FFF2-40B4-BE49-F238E27FC236}">
                <a16:creationId xmlns:a16="http://schemas.microsoft.com/office/drawing/2014/main" id="{7AB0359E-F1A3-4A32-A9D7-650F6553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373" y="4502087"/>
            <a:ext cx="77694" cy="95"/>
          </a:xfrm>
          <a:custGeom xmlns:a="http://schemas.openxmlformats.org/drawingml/2006/main">
            <a:pathLst>
              <a:path w="77694" h="95">
                <a:moveTo>
                  <a:pt x="0" y="0"/>
                </a:moveTo>
                <a:lnTo>
                  <a:pt x="77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83" name="bond-530">
            <a:extLst xmlns:a="http://schemas.openxmlformats.org/drawingml/2006/main">
              <a:ext uri="{FF2B5EF4-FFF2-40B4-BE49-F238E27FC236}">
                <a16:creationId xmlns:a16="http://schemas.microsoft.com/office/drawing/2014/main" id="{7A71769F-1939-4B1F-AD2E-DBB2060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093" y="4557065"/>
            <a:ext cx="30102" cy="60204"/>
          </a:xfrm>
          <a:custGeom xmlns:a="http://schemas.openxmlformats.org/drawingml/2006/main">
            <a:pathLst>
              <a:path w="30102" h="60204">
                <a:moveTo>
                  <a:pt x="30102" y="0"/>
                </a:moveTo>
                <a:lnTo>
                  <a:pt x="0" y="6020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84" name="text-N-531">
            <a:extLst xmlns:a="http://schemas.openxmlformats.org/drawingml/2006/main">
              <a:ext uri="{FF2B5EF4-FFF2-40B4-BE49-F238E27FC236}">
                <a16:creationId xmlns:a16="http://schemas.microsoft.com/office/drawing/2014/main" id="{AF2FA691-48F4-4368-98EC-C9FD6CA7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57" y="410420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85" name="text-H-532">
            <a:extLst xmlns:a="http://schemas.openxmlformats.org/drawingml/2006/main">
              <a:ext uri="{FF2B5EF4-FFF2-40B4-BE49-F238E27FC236}">
                <a16:creationId xmlns:a16="http://schemas.microsoft.com/office/drawing/2014/main" id="{C71D67B4-AAFF-4B5E-91CA-EB1B3D04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364" y="410420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86" name="text-C-533">
            <a:extLst xmlns:a="http://schemas.openxmlformats.org/drawingml/2006/main">
              <a:ext uri="{FF2B5EF4-FFF2-40B4-BE49-F238E27FC236}">
                <a16:creationId xmlns:a16="http://schemas.microsoft.com/office/drawing/2014/main" id="{3452E6A8-1865-4251-AF3B-C713CD4E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207" y="393847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508FCC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7" name="text-H-534">
            <a:extLst xmlns:a="http://schemas.openxmlformats.org/drawingml/2006/main">
              <a:ext uri="{FF2B5EF4-FFF2-40B4-BE49-F238E27FC236}">
                <a16:creationId xmlns:a16="http://schemas.microsoft.com/office/drawing/2014/main" id="{4FCEC86E-0CB4-4B00-817F-68EDBAF9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14" y="393847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508FCC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88" name="text-O-535">
            <a:extLst xmlns:a="http://schemas.openxmlformats.org/drawingml/2006/main">
              <a:ext uri="{FF2B5EF4-FFF2-40B4-BE49-F238E27FC236}">
                <a16:creationId xmlns:a16="http://schemas.microsoft.com/office/drawing/2014/main" id="{14E12A0C-94EA-4760-9C51-D2DE56C5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05" y="412135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89" name="text-O-536">
            <a:extLst xmlns:a="http://schemas.openxmlformats.org/drawingml/2006/main">
              <a:ext uri="{FF2B5EF4-FFF2-40B4-BE49-F238E27FC236}">
                <a16:creationId xmlns:a16="http://schemas.microsoft.com/office/drawing/2014/main" id="{21A1BAD5-0436-4CF4-9A20-4E0863FB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545" y="377273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90" name="text-H-537">
            <a:extLst xmlns:a="http://schemas.openxmlformats.org/drawingml/2006/main">
              <a:ext uri="{FF2B5EF4-FFF2-40B4-BE49-F238E27FC236}">
                <a16:creationId xmlns:a16="http://schemas.microsoft.com/office/drawing/2014/main" id="{1A4E4AD2-9F0E-4D9F-8E96-39F9719D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256" y="377273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91" name="text-H-538">
            <a:extLst xmlns:a="http://schemas.openxmlformats.org/drawingml/2006/main">
              <a:ext uri="{FF2B5EF4-FFF2-40B4-BE49-F238E27FC236}">
                <a16:creationId xmlns:a16="http://schemas.microsoft.com/office/drawing/2014/main" id="{80F0840C-90C3-48BA-81A6-B20879D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140" y="369844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92" name="text-3-539">
            <a:extLst xmlns:a="http://schemas.openxmlformats.org/drawingml/2006/main">
              <a:ext uri="{FF2B5EF4-FFF2-40B4-BE49-F238E27FC236}">
                <a16:creationId xmlns:a16="http://schemas.microsoft.com/office/drawing/2014/main" id="{C352EADB-D62A-49FE-82B0-F8EE7859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447" y="3744806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3" name="text-C-540">
            <a:extLst xmlns:a="http://schemas.openxmlformats.org/drawingml/2006/main">
              <a:ext uri="{FF2B5EF4-FFF2-40B4-BE49-F238E27FC236}">
                <a16:creationId xmlns:a16="http://schemas.microsoft.com/office/drawing/2014/main" id="{290E33CC-B759-4B5E-B225-D9BBEC70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627" y="369844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94" name="bond-541">
            <a:extLst xmlns:a="http://schemas.openxmlformats.org/drawingml/2006/main">
              <a:ext uri="{FF2B5EF4-FFF2-40B4-BE49-F238E27FC236}">
                <a16:creationId xmlns:a16="http://schemas.microsoft.com/office/drawing/2014/main" id="{DFBAA9BB-7BB1-4C9C-9F4D-8B3E76A0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685" y="4158615"/>
            <a:ext cx="161514" cy="95"/>
          </a:xfrm>
          <a:custGeom xmlns:a="http://schemas.openxmlformats.org/drawingml/2006/main">
            <a:pathLst>
              <a:path w="161514" h="95">
                <a:moveTo>
                  <a:pt x="0" y="0"/>
                </a:moveTo>
                <a:lnTo>
                  <a:pt x="1615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95" name="bond-542">
            <a:extLst xmlns:a="http://schemas.openxmlformats.org/drawingml/2006/main">
              <a:ext uri="{FF2B5EF4-FFF2-40B4-BE49-F238E27FC236}">
                <a16:creationId xmlns:a16="http://schemas.microsoft.com/office/drawing/2014/main" id="{C5B5481C-2C33-432E-92DE-8C05274D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639" y="4037000"/>
            <a:ext cx="26723" cy="77495"/>
          </a:xfrm>
          <a:custGeom xmlns:a="http://schemas.openxmlformats.org/drawingml/2006/main">
            <a:pathLst>
              <a:path w="26723" h="77495">
                <a:moveTo>
                  <a:pt x="0" y="77495"/>
                </a:moveTo>
                <a:lnTo>
                  <a:pt x="267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96" name="bond-543">
            <a:extLst xmlns:a="http://schemas.openxmlformats.org/drawingml/2006/main">
              <a:ext uri="{FF2B5EF4-FFF2-40B4-BE49-F238E27FC236}">
                <a16:creationId xmlns:a16="http://schemas.microsoft.com/office/drawing/2014/main" id="{74E10331-5A7E-4BB7-8237-4C31CC4F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108" y="3992880"/>
            <a:ext cx="124497" cy="95"/>
          </a:xfrm>
          <a:custGeom xmlns:a="http://schemas.openxmlformats.org/drawingml/2006/main">
            <a:pathLst>
              <a:path w="124497" h="95">
                <a:moveTo>
                  <a:pt x="0" y="0"/>
                </a:moveTo>
                <a:lnTo>
                  <a:pt x="1244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297" name="bond-544">
            <a:extLst xmlns:a="http://schemas.openxmlformats.org/drawingml/2006/main">
              <a:ext uri="{FF2B5EF4-FFF2-40B4-BE49-F238E27FC236}">
                <a16:creationId xmlns:a16="http://schemas.microsoft.com/office/drawing/2014/main" id="{D9A8A50E-2048-4D19-A04B-002E4D36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141" y="3998204"/>
            <a:ext cx="78053" cy="138760"/>
          </a:xfrm>
          <a:custGeom xmlns:a="http://schemas.openxmlformats.org/drawingml/2006/main">
            <a:pathLst>
              <a:path w="78053" h="138760">
                <a:moveTo>
                  <a:pt x="0" y="0"/>
                </a:moveTo>
                <a:lnTo>
                  <a:pt x="78053" y="1387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98" name="bond-545">
            <a:extLst xmlns:a="http://schemas.openxmlformats.org/drawingml/2006/main">
              <a:ext uri="{FF2B5EF4-FFF2-40B4-BE49-F238E27FC236}">
                <a16:creationId xmlns:a16="http://schemas.microsoft.com/office/drawing/2014/main" id="{449219FD-5928-49CF-AA16-747E730C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069" y="3987556"/>
            <a:ext cx="78053" cy="138760"/>
          </a:xfrm>
          <a:custGeom xmlns:a="http://schemas.openxmlformats.org/drawingml/2006/main">
            <a:pathLst>
              <a:path w="78053" h="138760">
                <a:moveTo>
                  <a:pt x="0" y="0"/>
                </a:moveTo>
                <a:lnTo>
                  <a:pt x="78053" y="1387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299" name="bond-546">
            <a:extLst xmlns:a="http://schemas.openxmlformats.org/drawingml/2006/main">
              <a:ext uri="{FF2B5EF4-FFF2-40B4-BE49-F238E27FC236}">
                <a16:creationId xmlns:a16="http://schemas.microsoft.com/office/drawing/2014/main" id="{877F14E6-BA85-4A41-B317-1EA98517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605" y="3871265"/>
            <a:ext cx="58711" cy="121615"/>
          </a:xfrm>
          <a:custGeom xmlns:a="http://schemas.openxmlformats.org/drawingml/2006/main">
            <a:pathLst>
              <a:path w="58711" h="121615">
                <a:moveTo>
                  <a:pt x="0" y="121615"/>
                </a:moveTo>
                <a:lnTo>
                  <a:pt x="587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00" name="bond-547">
            <a:extLst xmlns:a="http://schemas.openxmlformats.org/drawingml/2006/main">
              <a:ext uri="{FF2B5EF4-FFF2-40B4-BE49-F238E27FC236}">
                <a16:creationId xmlns:a16="http://schemas.microsoft.com/office/drawing/2014/main" id="{4C9D161F-5DAB-4A49-95C5-2498C4AD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209" y="3919961"/>
            <a:ext cx="7693" cy="2198"/>
          </a:xfrm>
          <a:custGeom xmlns:a="http://schemas.openxmlformats.org/drawingml/2006/main">
            <a:pathLst>
              <a:path w="7693" h="2198">
                <a:moveTo>
                  <a:pt x="0" y="2198"/>
                </a:moveTo>
                <a:lnTo>
                  <a:pt x="76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22222"/>
            </a:solidFill>
            <a:prstDash val="solid"/>
          </a:ln>
        </p:spPr>
      </p:sp>
      <p:sp>
        <p:nvSpPr>
          <p:cNvPr id="301" name="bond-548">
            <a:extLst xmlns:a="http://schemas.openxmlformats.org/drawingml/2006/main">
              <a:ext uri="{FF2B5EF4-FFF2-40B4-BE49-F238E27FC236}">
                <a16:creationId xmlns:a16="http://schemas.microsoft.com/office/drawing/2014/main" id="{09190E21-D836-4D6D-8EF9-EA5F7AE5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448" y="3891162"/>
            <a:ext cx="15386" cy="4396"/>
          </a:xfrm>
          <a:custGeom xmlns:a="http://schemas.openxmlformats.org/drawingml/2006/main">
            <a:pathLst>
              <a:path w="15386" h="4396">
                <a:moveTo>
                  <a:pt x="0" y="4396"/>
                </a:moveTo>
                <a:lnTo>
                  <a:pt x="153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22222"/>
            </a:solidFill>
            <a:prstDash val="solid"/>
          </a:ln>
        </p:spPr>
      </p:sp>
      <p:sp>
        <p:nvSpPr>
          <p:cNvPr id="302" name="bond-549">
            <a:extLst xmlns:a="http://schemas.openxmlformats.org/drawingml/2006/main">
              <a:ext uri="{FF2B5EF4-FFF2-40B4-BE49-F238E27FC236}">
                <a16:creationId xmlns:a16="http://schemas.microsoft.com/office/drawing/2014/main" id="{AB331DB9-5E2B-426B-8360-ED579686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687" y="3862363"/>
            <a:ext cx="23079" cy="6594"/>
          </a:xfrm>
          <a:custGeom xmlns:a="http://schemas.openxmlformats.org/drawingml/2006/main">
            <a:pathLst>
              <a:path w="23079" h="6594">
                <a:moveTo>
                  <a:pt x="0" y="6594"/>
                </a:moveTo>
                <a:lnTo>
                  <a:pt x="230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22222"/>
            </a:solidFill>
            <a:prstDash val="solid"/>
          </a:ln>
        </p:spPr>
      </p:sp>
      <p:sp>
        <p:nvSpPr>
          <p:cNvPr id="303" name="bond-550">
            <a:extLst xmlns:a="http://schemas.openxmlformats.org/drawingml/2006/main">
              <a:ext uri="{FF2B5EF4-FFF2-40B4-BE49-F238E27FC236}">
                <a16:creationId xmlns:a16="http://schemas.microsoft.com/office/drawing/2014/main" id="{A76E4767-9003-4828-8F72-1A2FA37A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26" y="3833564"/>
            <a:ext cx="30773" cy="8792"/>
          </a:xfrm>
          <a:custGeom xmlns:a="http://schemas.openxmlformats.org/drawingml/2006/main">
            <a:pathLst>
              <a:path w="30773" h="8792">
                <a:moveTo>
                  <a:pt x="0" y="8792"/>
                </a:moveTo>
                <a:lnTo>
                  <a:pt x="307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22222"/>
            </a:solidFill>
            <a:prstDash val="solid"/>
          </a:ln>
        </p:spPr>
      </p:sp>
      <p:sp>
        <p:nvSpPr>
          <p:cNvPr id="304" name="bond-551">
            <a:extLst xmlns:a="http://schemas.openxmlformats.org/drawingml/2006/main">
              <a:ext uri="{FF2B5EF4-FFF2-40B4-BE49-F238E27FC236}">
                <a16:creationId xmlns:a16="http://schemas.microsoft.com/office/drawing/2014/main" id="{46CDCBD1-9A7B-4640-B47A-32514C3B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165" y="3804765"/>
            <a:ext cx="38466" cy="10990"/>
          </a:xfrm>
          <a:custGeom xmlns:a="http://schemas.openxmlformats.org/drawingml/2006/main">
            <a:pathLst>
              <a:path w="38466" h="10990">
                <a:moveTo>
                  <a:pt x="0" y="10990"/>
                </a:moveTo>
                <a:lnTo>
                  <a:pt x="384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22222"/>
            </a:solidFill>
            <a:prstDash val="solid"/>
          </a:ln>
        </p:spPr>
      </p:sp>
      <p:sp>
        <p:nvSpPr>
          <p:cNvPr id="305" name="text-L-FDAA–D-Ala (S,R)-552">
            <a:extLst xmlns:a="http://schemas.openxmlformats.org/drawingml/2006/main">
              <a:ext uri="{FF2B5EF4-FFF2-40B4-BE49-F238E27FC236}">
                <a16:creationId xmlns:a16="http://schemas.microsoft.com/office/drawing/2014/main" id="{D3420B2A-3694-40BB-832B-D79FDC70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855" y="4784293"/>
            <a:ext cx="182880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508FCC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508FCC"/>
                </a:solidFill>
                <a:latin typeface="Arial"/>
                <a:ea typeface="Arial"/>
                <a:cs typeface="Arial"/>
              </a:rPr>
              <a:t>L-FDAA–D-Ala (S,R)</a:t>
            </a:r>
          </a:p>
        </p:txBody>
      </p:sp>
      <p:sp>
        <p:nvSpPr>
          <p:cNvPr id="306" name="text-O-553">
            <a:extLst xmlns:a="http://schemas.openxmlformats.org/drawingml/2006/main">
              <a:ext uri="{FF2B5EF4-FFF2-40B4-BE49-F238E27FC236}">
                <a16:creationId xmlns:a16="http://schemas.microsoft.com/office/drawing/2014/main" id="{1A667152-AE43-45C5-B8DE-2EBF6AC2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145" y="557296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07" name="text-H-554">
            <a:extLst xmlns:a="http://schemas.openxmlformats.org/drawingml/2006/main">
              <a:ext uri="{FF2B5EF4-FFF2-40B4-BE49-F238E27FC236}">
                <a16:creationId xmlns:a16="http://schemas.microsoft.com/office/drawing/2014/main" id="{C7C56141-9EF2-4565-B3E6-6F7497B5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123" y="592157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08" name="text-O-555">
            <a:extLst xmlns:a="http://schemas.openxmlformats.org/drawingml/2006/main">
              <a:ext uri="{FF2B5EF4-FFF2-40B4-BE49-F238E27FC236}">
                <a16:creationId xmlns:a16="http://schemas.microsoft.com/office/drawing/2014/main" id="{9C599D52-8395-41C1-9476-86D88B82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430" y="592157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09" name="text-C-556">
            <a:extLst xmlns:a="http://schemas.openxmlformats.org/drawingml/2006/main">
              <a:ext uri="{FF2B5EF4-FFF2-40B4-BE49-F238E27FC236}">
                <a16:creationId xmlns:a16="http://schemas.microsoft.com/office/drawing/2014/main" id="{39C979EB-5C43-47B9-A2D3-99F965FC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167" y="574441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ED8A37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10" name="text-H-557">
            <a:extLst xmlns:a="http://schemas.openxmlformats.org/drawingml/2006/main">
              <a:ext uri="{FF2B5EF4-FFF2-40B4-BE49-F238E27FC236}">
                <a16:creationId xmlns:a16="http://schemas.microsoft.com/office/drawing/2014/main" id="{E9EC0A9B-7E8F-441E-AAC5-030F5027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474" y="574441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ED8A37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11" name="text-N-558">
            <a:extLst xmlns:a="http://schemas.openxmlformats.org/drawingml/2006/main">
              <a:ext uri="{FF2B5EF4-FFF2-40B4-BE49-F238E27FC236}">
                <a16:creationId xmlns:a16="http://schemas.microsoft.com/office/drawing/2014/main" id="{DD30EA5C-A7CF-4303-A29A-DF2F6B10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757" y="592157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12" name="text-H-559">
            <a:extLst xmlns:a="http://schemas.openxmlformats.org/drawingml/2006/main">
              <a:ext uri="{FF2B5EF4-FFF2-40B4-BE49-F238E27FC236}">
                <a16:creationId xmlns:a16="http://schemas.microsoft.com/office/drawing/2014/main" id="{70910765-D6AE-4F38-92DD-D1A03348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064" y="592157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13" name="text-2-560">
            <a:extLst xmlns:a="http://schemas.openxmlformats.org/drawingml/2006/main">
              <a:ext uri="{FF2B5EF4-FFF2-40B4-BE49-F238E27FC236}">
                <a16:creationId xmlns:a16="http://schemas.microsoft.com/office/drawing/2014/main" id="{1F838603-2CB3-4D01-AF8F-F56D81BB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371" y="5967941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4" name="text-C-561">
            <a:extLst xmlns:a="http://schemas.openxmlformats.org/drawingml/2006/main">
              <a:ext uri="{FF2B5EF4-FFF2-40B4-BE49-F238E27FC236}">
                <a16:creationId xmlns:a16="http://schemas.microsoft.com/office/drawing/2014/main" id="{72C419FE-014F-4996-9233-59A97D43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612" y="557867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15" name="text-H-562">
            <a:extLst xmlns:a="http://schemas.openxmlformats.org/drawingml/2006/main">
              <a:ext uri="{FF2B5EF4-FFF2-40B4-BE49-F238E27FC236}">
                <a16:creationId xmlns:a16="http://schemas.microsoft.com/office/drawing/2014/main" id="{BF86C7D3-A3AE-4A66-9A8B-F97EBD78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919" y="557867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16" name="text-3-563">
            <a:extLst xmlns:a="http://schemas.openxmlformats.org/drawingml/2006/main">
              <a:ext uri="{FF2B5EF4-FFF2-40B4-BE49-F238E27FC236}">
                <a16:creationId xmlns:a16="http://schemas.microsoft.com/office/drawing/2014/main" id="{11901E8A-1B80-480E-BB59-A35930AD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226" y="5625041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7" name="bond-564">
            <a:extLst xmlns:a="http://schemas.openxmlformats.org/drawingml/2006/main">
              <a:ext uri="{FF2B5EF4-FFF2-40B4-BE49-F238E27FC236}">
                <a16:creationId xmlns:a16="http://schemas.microsoft.com/office/drawing/2014/main" id="{F9DD6EB4-6EFD-494E-833C-68770F93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31" y="5665680"/>
            <a:ext cx="80642" cy="127330"/>
          </a:xfrm>
          <a:custGeom xmlns:a="http://schemas.openxmlformats.org/drawingml/2006/main">
            <a:pathLst>
              <a:path w="80642" h="127330">
                <a:moveTo>
                  <a:pt x="80642" y="1273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318" name="bond-565">
            <a:extLst xmlns:a="http://schemas.openxmlformats.org/drawingml/2006/main">
              <a:ext uri="{FF2B5EF4-FFF2-40B4-BE49-F238E27FC236}">
                <a16:creationId xmlns:a16="http://schemas.microsoft.com/office/drawing/2014/main" id="{725CAC48-9116-465F-BF16-9298D6B5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984" y="5677300"/>
            <a:ext cx="80642" cy="127330"/>
          </a:xfrm>
          <a:custGeom xmlns:a="http://schemas.openxmlformats.org/drawingml/2006/main">
            <a:pathLst>
              <a:path w="80642" h="127330">
                <a:moveTo>
                  <a:pt x="80642" y="1273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319" name="bond-566">
            <a:extLst xmlns:a="http://schemas.openxmlformats.org/drawingml/2006/main">
              <a:ext uri="{FF2B5EF4-FFF2-40B4-BE49-F238E27FC236}">
                <a16:creationId xmlns:a16="http://schemas.microsoft.com/office/drawing/2014/main" id="{D34F5DD0-4857-46CC-A3B3-DB25C76F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964" y="5798820"/>
            <a:ext cx="85836" cy="133045"/>
          </a:xfrm>
          <a:custGeom xmlns:a="http://schemas.openxmlformats.org/drawingml/2006/main">
            <a:pathLst>
              <a:path w="85836" h="133045">
                <a:moveTo>
                  <a:pt x="85836" y="0"/>
                </a:moveTo>
                <a:lnTo>
                  <a:pt x="0" y="13304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20" name="bond-567">
            <a:extLst xmlns:a="http://schemas.openxmlformats.org/drawingml/2006/main">
              <a:ext uri="{FF2B5EF4-FFF2-40B4-BE49-F238E27FC236}">
                <a16:creationId xmlns:a16="http://schemas.microsoft.com/office/drawing/2014/main" id="{49835F84-DB87-420B-A28B-6519638C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98820"/>
            <a:ext cx="121509" cy="95"/>
          </a:xfrm>
          <a:custGeom xmlns:a="http://schemas.openxmlformats.org/drawingml/2006/main">
            <a:pathLst>
              <a:path w="121509" h="95">
                <a:moveTo>
                  <a:pt x="0" y="0"/>
                </a:moveTo>
                <a:lnTo>
                  <a:pt x="1215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21" name="bond-568">
            <a:extLst xmlns:a="http://schemas.openxmlformats.org/drawingml/2006/main">
              <a:ext uri="{FF2B5EF4-FFF2-40B4-BE49-F238E27FC236}">
                <a16:creationId xmlns:a16="http://schemas.microsoft.com/office/drawing/2014/main" id="{47C2E911-01EF-47FA-BFB8-353C3BAA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539" y="5842940"/>
            <a:ext cx="74583" cy="88925"/>
          </a:xfrm>
          <a:custGeom xmlns:a="http://schemas.openxmlformats.org/drawingml/2006/main">
            <a:pathLst>
              <a:path w="74583" h="88925">
                <a:moveTo>
                  <a:pt x="0" y="0"/>
                </a:moveTo>
                <a:lnTo>
                  <a:pt x="74583" y="8892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22" name="bond-569">
            <a:extLst xmlns:a="http://schemas.openxmlformats.org/drawingml/2006/main">
              <a:ext uri="{FF2B5EF4-FFF2-40B4-BE49-F238E27FC236}">
                <a16:creationId xmlns:a16="http://schemas.microsoft.com/office/drawing/2014/main" id="{9D97C361-EAFA-416B-8DCD-71EBE764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838" y="5739044"/>
            <a:ext cx="6269" cy="4972"/>
          </a:xfrm>
          <a:custGeom xmlns:a="http://schemas.openxmlformats.org/drawingml/2006/main">
            <a:pathLst>
              <a:path w="6269" h="4972">
                <a:moveTo>
                  <a:pt x="0" y="0"/>
                </a:moveTo>
                <a:lnTo>
                  <a:pt x="6269" y="4972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22222"/>
            </a:solidFill>
            <a:prstDash val="solid"/>
          </a:ln>
        </p:spPr>
      </p:sp>
      <p:sp>
        <p:nvSpPr>
          <p:cNvPr id="323" name="bond-570">
            <a:extLst xmlns:a="http://schemas.openxmlformats.org/drawingml/2006/main">
              <a:ext uri="{FF2B5EF4-FFF2-40B4-BE49-F238E27FC236}">
                <a16:creationId xmlns:a16="http://schemas.microsoft.com/office/drawing/2014/main" id="{96527861-8692-4911-A410-7ADB21FE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149" y="5723388"/>
            <a:ext cx="12538" cy="9944"/>
          </a:xfrm>
          <a:custGeom xmlns:a="http://schemas.openxmlformats.org/drawingml/2006/main">
            <a:pathLst>
              <a:path w="12538" h="9944">
                <a:moveTo>
                  <a:pt x="0" y="0"/>
                </a:moveTo>
                <a:lnTo>
                  <a:pt x="12538" y="9944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22222"/>
            </a:solidFill>
            <a:prstDash val="solid"/>
          </a:ln>
        </p:spPr>
      </p:sp>
      <p:sp>
        <p:nvSpPr>
          <p:cNvPr id="324" name="bond-571">
            <a:extLst xmlns:a="http://schemas.openxmlformats.org/drawingml/2006/main">
              <a:ext uri="{FF2B5EF4-FFF2-40B4-BE49-F238E27FC236}">
                <a16:creationId xmlns:a16="http://schemas.microsoft.com/office/drawing/2014/main" id="{8117B87B-8C31-4AAA-9D72-A51775F0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460" y="5707731"/>
            <a:ext cx="18806" cy="14915"/>
          </a:xfrm>
          <a:custGeom xmlns:a="http://schemas.openxmlformats.org/drawingml/2006/main">
            <a:pathLst>
              <a:path w="18806" h="14915">
                <a:moveTo>
                  <a:pt x="0" y="0"/>
                </a:moveTo>
                <a:lnTo>
                  <a:pt x="18806" y="1491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22222"/>
            </a:solidFill>
            <a:prstDash val="solid"/>
          </a:ln>
        </p:spPr>
      </p:sp>
      <p:sp>
        <p:nvSpPr>
          <p:cNvPr id="325" name="bond-572">
            <a:extLst xmlns:a="http://schemas.openxmlformats.org/drawingml/2006/main">
              <a:ext uri="{FF2B5EF4-FFF2-40B4-BE49-F238E27FC236}">
                <a16:creationId xmlns:a16="http://schemas.microsoft.com/office/drawing/2014/main" id="{1FEA39C1-2BF0-49B7-8CDC-E1CE2225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771" y="5692075"/>
            <a:ext cx="25075" cy="19887"/>
          </a:xfrm>
          <a:custGeom xmlns:a="http://schemas.openxmlformats.org/drawingml/2006/main">
            <a:pathLst>
              <a:path w="25075" h="19887">
                <a:moveTo>
                  <a:pt x="0" y="0"/>
                </a:moveTo>
                <a:lnTo>
                  <a:pt x="25075" y="19887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22222"/>
            </a:solidFill>
            <a:prstDash val="solid"/>
          </a:ln>
        </p:spPr>
      </p:sp>
      <p:sp>
        <p:nvSpPr>
          <p:cNvPr id="326" name="bond-573">
            <a:extLst xmlns:a="http://schemas.openxmlformats.org/drawingml/2006/main">
              <a:ext uri="{FF2B5EF4-FFF2-40B4-BE49-F238E27FC236}">
                <a16:creationId xmlns:a16="http://schemas.microsoft.com/office/drawing/2014/main" id="{7471FCD8-4260-42CC-8F36-18549B5C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082" y="5676419"/>
            <a:ext cx="31344" cy="24859"/>
          </a:xfrm>
          <a:custGeom xmlns:a="http://schemas.openxmlformats.org/drawingml/2006/main">
            <a:pathLst>
              <a:path w="31344" h="24859">
                <a:moveTo>
                  <a:pt x="0" y="0"/>
                </a:moveTo>
                <a:lnTo>
                  <a:pt x="31344" y="24859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22222"/>
            </a:solidFill>
            <a:prstDash val="solid"/>
          </a:ln>
        </p:spPr>
      </p:sp>
      <p:sp>
        <p:nvSpPr>
          <p:cNvPr id="327" name="text-L-Ala (S)-574">
            <a:extLst xmlns:a="http://schemas.openxmlformats.org/drawingml/2006/main">
              <a:ext uri="{FF2B5EF4-FFF2-40B4-BE49-F238E27FC236}">
                <a16:creationId xmlns:a16="http://schemas.microsoft.com/office/drawing/2014/main" id="{D312380F-B6DA-4223-A6E6-372C7B97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527368"/>
            <a:ext cx="131445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ED8A37"/>
                </a:solidFill>
                <a:latin typeface="Arial"/>
                <a:ea typeface="Arial"/>
                <a:cs typeface="Arial"/>
              </a:rPr>
              <a:t>L-Ala (S)</a:t>
            </a:r>
          </a:p>
        </p:txBody>
      </p:sp>
      <p:sp>
        <p:nvSpPr>
          <p:cNvPr id="328" name="text-+-575">
            <a:extLst xmlns:a="http://schemas.openxmlformats.org/drawingml/2006/main">
              <a:ext uri="{FF2B5EF4-FFF2-40B4-BE49-F238E27FC236}">
                <a16:creationId xmlns:a16="http://schemas.microsoft.com/office/drawing/2014/main" id="{5F256C75-858E-480D-9B77-1E1DE530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305" y="5764759"/>
            <a:ext cx="148590" cy="102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2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2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29" name="bond-576">
            <a:extLst xmlns:a="http://schemas.openxmlformats.org/drawingml/2006/main">
              <a:ext uri="{FF2B5EF4-FFF2-40B4-BE49-F238E27FC236}">
                <a16:creationId xmlns:a16="http://schemas.microsoft.com/office/drawing/2014/main" id="{E5EF6CEB-4496-4BAC-BC98-940BF870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430" y="5730240"/>
            <a:ext cx="102870" cy="171450"/>
          </a:xfrm>
          <a:custGeom xmlns:a="http://schemas.openxmlformats.org/drawingml/2006/main">
            <a:pathLst>
              <a:path w="102870" h="171450">
                <a:moveTo>
                  <a:pt x="0" y="171450"/>
                </a:moveTo>
                <a:lnTo>
                  <a:pt x="1028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0" name="bond-577">
            <a:extLst xmlns:a="http://schemas.openxmlformats.org/drawingml/2006/main">
              <a:ext uri="{FF2B5EF4-FFF2-40B4-BE49-F238E27FC236}">
                <a16:creationId xmlns:a16="http://schemas.microsoft.com/office/drawing/2014/main" id="{7A243633-8152-4FBC-B6FC-74B35168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730240"/>
            <a:ext cx="188595" cy="95"/>
          </a:xfrm>
          <a:custGeom xmlns:a="http://schemas.openxmlformats.org/drawingml/2006/main"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1" name="bond-578">
            <a:extLst xmlns:a="http://schemas.openxmlformats.org/drawingml/2006/main">
              <a:ext uri="{FF2B5EF4-FFF2-40B4-BE49-F238E27FC236}">
                <a16:creationId xmlns:a16="http://schemas.microsoft.com/office/drawing/2014/main" id="{1192AF97-C16D-4216-806D-A28A421F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5730240"/>
            <a:ext cx="102870" cy="171450"/>
          </a:xfrm>
          <a:custGeom xmlns:a="http://schemas.openxmlformats.org/drawingml/2006/main">
            <a:pathLst>
              <a:path w="102870" h="171450">
                <a:moveTo>
                  <a:pt x="0" y="0"/>
                </a:moveTo>
                <a:lnTo>
                  <a:pt x="10287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2" name="bond-579">
            <a:extLst xmlns:a="http://schemas.openxmlformats.org/drawingml/2006/main">
              <a:ext uri="{FF2B5EF4-FFF2-40B4-BE49-F238E27FC236}">
                <a16:creationId xmlns:a16="http://schemas.microsoft.com/office/drawing/2014/main" id="{2F756B69-B7B5-4AF2-B89E-BB3948F1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5901690"/>
            <a:ext cx="102870" cy="171450"/>
          </a:xfrm>
          <a:custGeom xmlns:a="http://schemas.openxmlformats.org/drawingml/2006/main">
            <a:pathLst>
              <a:path w="102870" h="171450">
                <a:moveTo>
                  <a:pt x="10287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3" name="bond-580">
            <a:extLst xmlns:a="http://schemas.openxmlformats.org/drawingml/2006/main">
              <a:ext uri="{FF2B5EF4-FFF2-40B4-BE49-F238E27FC236}">
                <a16:creationId xmlns:a16="http://schemas.microsoft.com/office/drawing/2014/main" id="{3AD79B42-EE96-48F0-A90C-21F9A01F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073140"/>
            <a:ext cx="188595" cy="95"/>
          </a:xfrm>
          <a:custGeom xmlns:a="http://schemas.openxmlformats.org/drawingml/2006/main">
            <a:pathLst>
              <a:path w="188595" h="95">
                <a:moveTo>
                  <a:pt x="18859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4" name="bond-581">
            <a:extLst xmlns:a="http://schemas.openxmlformats.org/drawingml/2006/main">
              <a:ext uri="{FF2B5EF4-FFF2-40B4-BE49-F238E27FC236}">
                <a16:creationId xmlns:a16="http://schemas.microsoft.com/office/drawing/2014/main" id="{BEB27B21-EF5D-4E4D-823D-BA872F33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430" y="5901690"/>
            <a:ext cx="102870" cy="171450"/>
          </a:xfrm>
          <a:custGeom xmlns:a="http://schemas.openxmlformats.org/drawingml/2006/main">
            <a:pathLst>
              <a:path w="102870" h="171450">
                <a:moveTo>
                  <a:pt x="10287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5" name="bond-582">
            <a:extLst xmlns:a="http://schemas.openxmlformats.org/drawingml/2006/main">
              <a:ext uri="{FF2B5EF4-FFF2-40B4-BE49-F238E27FC236}">
                <a16:creationId xmlns:a16="http://schemas.microsoft.com/office/drawing/2014/main" id="{9BF00916-1967-42EA-8E29-30FF0813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892" y="5762816"/>
            <a:ext cx="83325" cy="138875"/>
          </a:xfrm>
          <a:custGeom xmlns:a="http://schemas.openxmlformats.org/drawingml/2006/main">
            <a:pathLst>
              <a:path w="83325" h="138875">
                <a:moveTo>
                  <a:pt x="0" y="138875"/>
                </a:moveTo>
                <a:lnTo>
                  <a:pt x="83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6" name="bond-583">
            <a:extLst xmlns:a="http://schemas.openxmlformats.org/drawingml/2006/main">
              <a:ext uri="{FF2B5EF4-FFF2-40B4-BE49-F238E27FC236}">
                <a16:creationId xmlns:a16="http://schemas.microsoft.com/office/drawing/2014/main" id="{7F709993-9277-40DF-9BE8-D649C1C3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978" y="5762816"/>
            <a:ext cx="83325" cy="138875"/>
          </a:xfrm>
          <a:custGeom xmlns:a="http://schemas.openxmlformats.org/drawingml/2006/main">
            <a:pathLst>
              <a:path w="83325" h="138875">
                <a:moveTo>
                  <a:pt x="0" y="0"/>
                </a:moveTo>
                <a:lnTo>
                  <a:pt x="83325" y="13887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7" name="bond-584">
            <a:extLst xmlns:a="http://schemas.openxmlformats.org/drawingml/2006/main">
              <a:ext uri="{FF2B5EF4-FFF2-40B4-BE49-F238E27FC236}">
                <a16:creationId xmlns:a16="http://schemas.microsoft.com/office/drawing/2014/main" id="{1CDF8678-E4E4-4C00-921D-53A69111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217" y="6040565"/>
            <a:ext cx="152762" cy="95"/>
          </a:xfrm>
          <a:custGeom xmlns:a="http://schemas.openxmlformats.org/drawingml/2006/main">
            <a:pathLst>
              <a:path w="152762" h="95">
                <a:moveTo>
                  <a:pt x="15276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38" name="text-H-585">
            <a:extLst xmlns:a="http://schemas.openxmlformats.org/drawingml/2006/main">
              <a:ext uri="{FF2B5EF4-FFF2-40B4-BE49-F238E27FC236}">
                <a16:creationId xmlns:a16="http://schemas.microsoft.com/office/drawing/2014/main" id="{4BA97087-9A7E-4DA7-878D-3B3BC135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00" y="549866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39" name="text-N-586">
            <a:extLst xmlns:a="http://schemas.openxmlformats.org/drawingml/2006/main">
              <a:ext uri="{FF2B5EF4-FFF2-40B4-BE49-F238E27FC236}">
                <a16:creationId xmlns:a16="http://schemas.microsoft.com/office/drawing/2014/main" id="{FE9366CC-B4CB-48EA-8142-AB7AB833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207" y="549866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40" name="text-O-587">
            <a:extLst xmlns:a="http://schemas.openxmlformats.org/drawingml/2006/main">
              <a:ext uri="{FF2B5EF4-FFF2-40B4-BE49-F238E27FC236}">
                <a16:creationId xmlns:a16="http://schemas.microsoft.com/office/drawing/2014/main" id="{0A09FA8D-F729-431C-BBDF-C15B12ED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695" y="550438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41" name="text-N-588">
            <a:extLst xmlns:a="http://schemas.openxmlformats.org/drawingml/2006/main">
              <a:ext uri="{FF2B5EF4-FFF2-40B4-BE49-F238E27FC236}">
                <a16:creationId xmlns:a16="http://schemas.microsoft.com/office/drawing/2014/main" id="{F4358517-D757-4949-8E50-B78AAD30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827" y="515576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42" name="text-H-589">
            <a:extLst xmlns:a="http://schemas.openxmlformats.org/drawingml/2006/main">
              <a:ext uri="{FF2B5EF4-FFF2-40B4-BE49-F238E27FC236}">
                <a16:creationId xmlns:a16="http://schemas.microsoft.com/office/drawing/2014/main" id="{3E6DC35A-DA37-4CA8-8867-C7B058F1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34" y="515576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43" name="text-2-590">
            <a:extLst xmlns:a="http://schemas.openxmlformats.org/drawingml/2006/main">
              <a:ext uri="{FF2B5EF4-FFF2-40B4-BE49-F238E27FC236}">
                <a16:creationId xmlns:a16="http://schemas.microsoft.com/office/drawing/2014/main" id="{441B1686-A8AD-4845-97AC-DB986859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5441" y="5202131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4" name="text-H-591">
            <a:extLst xmlns:a="http://schemas.openxmlformats.org/drawingml/2006/main">
              <a:ext uri="{FF2B5EF4-FFF2-40B4-BE49-F238E27FC236}">
                <a16:creationId xmlns:a16="http://schemas.microsoft.com/office/drawing/2014/main" id="{F613ADA1-9085-4D78-A630-FBBCF139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435" y="515576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45" name="text-3-592">
            <a:extLst xmlns:a="http://schemas.openxmlformats.org/drawingml/2006/main">
              <a:ext uri="{FF2B5EF4-FFF2-40B4-BE49-F238E27FC236}">
                <a16:creationId xmlns:a16="http://schemas.microsoft.com/office/drawing/2014/main" id="{113855B4-7E2C-4588-A9A5-3E0D4F6A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742" y="5202131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6" name="text-C-593">
            <a:extLst xmlns:a="http://schemas.openxmlformats.org/drawingml/2006/main">
              <a:ext uri="{FF2B5EF4-FFF2-40B4-BE49-F238E27FC236}">
                <a16:creationId xmlns:a16="http://schemas.microsoft.com/office/drawing/2014/main" id="{84D086C0-A181-46BF-BC92-34C1A1A0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922" y="515576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47" name="bond-594">
            <a:extLst xmlns:a="http://schemas.openxmlformats.org/drawingml/2006/main">
              <a:ext uri="{FF2B5EF4-FFF2-40B4-BE49-F238E27FC236}">
                <a16:creationId xmlns:a16="http://schemas.microsoft.com/office/drawing/2014/main" id="{0F70AD2C-5A61-4173-B515-059B9165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923" y="5597195"/>
            <a:ext cx="64377" cy="133045"/>
          </a:xfrm>
          <a:custGeom xmlns:a="http://schemas.openxmlformats.org/drawingml/2006/main">
            <a:pathLst>
              <a:path w="64377" h="133045">
                <a:moveTo>
                  <a:pt x="64377" y="1330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48" name="bond-595">
            <a:extLst xmlns:a="http://schemas.openxmlformats.org/drawingml/2006/main">
              <a:ext uri="{FF2B5EF4-FFF2-40B4-BE49-F238E27FC236}">
                <a16:creationId xmlns:a16="http://schemas.microsoft.com/office/drawing/2014/main" id="{F3305EA4-C5E3-4AB2-A896-4CF5B4E9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500" y="5375910"/>
            <a:ext cx="60085" cy="133045"/>
          </a:xfrm>
          <a:custGeom xmlns:a="http://schemas.openxmlformats.org/drawingml/2006/main">
            <a:pathLst>
              <a:path w="60085" h="133045">
                <a:moveTo>
                  <a:pt x="0" y="133045"/>
                </a:moveTo>
                <a:lnTo>
                  <a:pt x="60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49" name="bond-596">
            <a:extLst xmlns:a="http://schemas.openxmlformats.org/drawingml/2006/main">
              <a:ext uri="{FF2B5EF4-FFF2-40B4-BE49-F238E27FC236}">
                <a16:creationId xmlns:a16="http://schemas.microsoft.com/office/drawing/2014/main" id="{57EF321D-8EC2-4CEB-B0EC-160ED136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585" y="5375910"/>
            <a:ext cx="194310" cy="95"/>
          </a:xfrm>
          <a:custGeom xmlns:a="http://schemas.openxmlformats.org/drawingml/2006/main">
            <a:pathLst>
              <a:path w="194310" h="95">
                <a:moveTo>
                  <a:pt x="0" y="0"/>
                </a:moveTo>
                <a:lnTo>
                  <a:pt x="1943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50" name="bond-597">
            <a:extLst xmlns:a="http://schemas.openxmlformats.org/drawingml/2006/main">
              <a:ext uri="{FF2B5EF4-FFF2-40B4-BE49-F238E27FC236}">
                <a16:creationId xmlns:a16="http://schemas.microsoft.com/office/drawing/2014/main" id="{54B2B113-E673-451C-863A-5E596CFC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431" y="5381234"/>
            <a:ext cx="78053" cy="138760"/>
          </a:xfrm>
          <a:custGeom xmlns:a="http://schemas.openxmlformats.org/drawingml/2006/main">
            <a:pathLst>
              <a:path w="78053" h="138760">
                <a:moveTo>
                  <a:pt x="0" y="0"/>
                </a:moveTo>
                <a:lnTo>
                  <a:pt x="78053" y="1387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351" name="bond-598">
            <a:extLst xmlns:a="http://schemas.openxmlformats.org/drawingml/2006/main">
              <a:ext uri="{FF2B5EF4-FFF2-40B4-BE49-F238E27FC236}">
                <a16:creationId xmlns:a16="http://schemas.microsoft.com/office/drawing/2014/main" id="{54A5D39E-7B45-4190-B13D-3E3BADFD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359" y="5370586"/>
            <a:ext cx="78053" cy="138760"/>
          </a:xfrm>
          <a:custGeom xmlns:a="http://schemas.openxmlformats.org/drawingml/2006/main">
            <a:pathLst>
              <a:path w="78053" h="138760">
                <a:moveTo>
                  <a:pt x="0" y="0"/>
                </a:moveTo>
                <a:lnTo>
                  <a:pt x="78053" y="1387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352" name="bond-599">
            <a:extLst xmlns:a="http://schemas.openxmlformats.org/drawingml/2006/main">
              <a:ext uri="{FF2B5EF4-FFF2-40B4-BE49-F238E27FC236}">
                <a16:creationId xmlns:a16="http://schemas.microsoft.com/office/drawing/2014/main" id="{53AE3327-C788-40C2-895F-EE6492C2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5267586"/>
            <a:ext cx="74706" cy="108324"/>
          </a:xfrm>
          <a:custGeom xmlns:a="http://schemas.openxmlformats.org/drawingml/2006/main">
            <a:pathLst>
              <a:path w="74706" h="108324">
                <a:moveTo>
                  <a:pt x="0" y="108324"/>
                </a:moveTo>
                <a:lnTo>
                  <a:pt x="747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53" name="stereobond-600">
            <a:extLst xmlns:a="http://schemas.openxmlformats.org/drawingml/2006/main">
              <a:ext uri="{FF2B5EF4-FFF2-40B4-BE49-F238E27FC236}">
                <a16:creationId xmlns:a16="http://schemas.microsoft.com/office/drawing/2014/main" id="{8E211401-1176-454C-A1A8-1EBA1A89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773" y="5259403"/>
            <a:ext cx="66812" cy="116507"/>
          </a:xfrm>
          <a:custGeom xmlns:a="http://schemas.openxmlformats.org/drawingml/2006/main">
            <a:pathLst>
              <a:path w="66812" h="116507">
                <a:moveTo>
                  <a:pt x="66812" y="116507"/>
                </a:moveTo>
                <a:lnTo>
                  <a:pt x="36505" y="0"/>
                </a:lnTo>
                <a:lnTo>
                  <a:pt x="0" y="16364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2858">
            <a:solidFill>
              <a:srgbClr val="222222"/>
            </a:solidFill>
          </a:ln>
        </p:spPr>
      </p:sp>
      <p:sp>
        <p:nvSpPr>
          <p:cNvPr id="354" name="text-N-601">
            <a:extLst xmlns:a="http://schemas.openxmlformats.org/drawingml/2006/main">
              <a:ext uri="{FF2B5EF4-FFF2-40B4-BE49-F238E27FC236}">
                <a16:creationId xmlns:a16="http://schemas.microsoft.com/office/drawing/2014/main" id="{A757DFFC-B5AB-4ED9-8D37-028EB250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322" y="584728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55" name="text-+-602">
            <a:extLst xmlns:a="http://schemas.openxmlformats.org/drawingml/2006/main">
              <a:ext uri="{FF2B5EF4-FFF2-40B4-BE49-F238E27FC236}">
                <a16:creationId xmlns:a16="http://schemas.microsoft.com/office/drawing/2014/main" id="{54246517-72BE-4F9F-869A-15DC3F64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629" y="5831466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56" name="text-O-603">
            <a:extLst xmlns:a="http://schemas.openxmlformats.org/drawingml/2006/main">
              <a:ext uri="{FF2B5EF4-FFF2-40B4-BE49-F238E27FC236}">
                <a16:creationId xmlns:a16="http://schemas.microsoft.com/office/drawing/2014/main" id="{B1A944B2-2950-4096-BFCD-3142A7DF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750" y="567011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57" name="text-O-604">
            <a:extLst xmlns:a="http://schemas.openxmlformats.org/drawingml/2006/main">
              <a:ext uri="{FF2B5EF4-FFF2-40B4-BE49-F238E27FC236}">
                <a16:creationId xmlns:a16="http://schemas.microsoft.com/office/drawing/2014/main" id="{5B80F8D7-146D-4189-9D0E-D672B518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180" y="602444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58" name="text-−-605">
            <a:extLst xmlns:a="http://schemas.openxmlformats.org/drawingml/2006/main">
              <a:ext uri="{FF2B5EF4-FFF2-40B4-BE49-F238E27FC236}">
                <a16:creationId xmlns:a16="http://schemas.microsoft.com/office/drawing/2014/main" id="{68FBBDB7-90B0-4661-8506-411E4139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891" y="6008631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359" name="bond-606">
            <a:extLst xmlns:a="http://schemas.openxmlformats.org/drawingml/2006/main">
              <a:ext uri="{FF2B5EF4-FFF2-40B4-BE49-F238E27FC236}">
                <a16:creationId xmlns:a16="http://schemas.microsoft.com/office/drawing/2014/main" id="{6A8EE967-6670-4DF3-98F1-17B52454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808" y="5901690"/>
            <a:ext cx="124622" cy="95"/>
          </a:xfrm>
          <a:custGeom xmlns:a="http://schemas.openxmlformats.org/drawingml/2006/main">
            <a:pathLst>
              <a:path w="124622" h="95">
                <a:moveTo>
                  <a:pt x="1246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60" name="bond-607">
            <a:extLst xmlns:a="http://schemas.openxmlformats.org/drawingml/2006/main">
              <a:ext uri="{FF2B5EF4-FFF2-40B4-BE49-F238E27FC236}">
                <a16:creationId xmlns:a16="http://schemas.microsoft.com/office/drawing/2014/main" id="{439C7EA7-BA8B-4919-A869-EA0E57C7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28" y="5763192"/>
            <a:ext cx="38276" cy="65919"/>
          </a:xfrm>
          <a:custGeom xmlns:a="http://schemas.openxmlformats.org/drawingml/2006/main">
            <a:pathLst>
              <a:path w="38276" h="65919">
                <a:moveTo>
                  <a:pt x="38276" y="659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361" name="bond-608">
            <a:extLst xmlns:a="http://schemas.openxmlformats.org/drawingml/2006/main">
              <a:ext uri="{FF2B5EF4-FFF2-40B4-BE49-F238E27FC236}">
                <a16:creationId xmlns:a16="http://schemas.microsoft.com/office/drawing/2014/main" id="{5B9D08B0-7A13-4450-9907-C275CDF1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048" y="5774097"/>
            <a:ext cx="38276" cy="65919"/>
          </a:xfrm>
          <a:custGeom xmlns:a="http://schemas.openxmlformats.org/drawingml/2006/main">
            <a:pathLst>
              <a:path w="38276" h="65919">
                <a:moveTo>
                  <a:pt x="38276" y="659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362" name="bond-609">
            <a:extLst xmlns:a="http://schemas.openxmlformats.org/drawingml/2006/main">
              <a:ext uri="{FF2B5EF4-FFF2-40B4-BE49-F238E27FC236}">
                <a16:creationId xmlns:a16="http://schemas.microsoft.com/office/drawing/2014/main" id="{B48E0598-410A-4EF0-82CC-E8282750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896" y="5945810"/>
            <a:ext cx="34023" cy="65919"/>
          </a:xfrm>
          <a:custGeom xmlns:a="http://schemas.openxmlformats.org/drawingml/2006/main">
            <a:pathLst>
              <a:path w="34023" h="65919">
                <a:moveTo>
                  <a:pt x="34023" y="0"/>
                </a:moveTo>
                <a:lnTo>
                  <a:pt x="0" y="65919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63" name="text-N-610">
            <a:extLst xmlns:a="http://schemas.openxmlformats.org/drawingml/2006/main">
              <a:ext uri="{FF2B5EF4-FFF2-40B4-BE49-F238E27FC236}">
                <a16:creationId xmlns:a16="http://schemas.microsoft.com/office/drawing/2014/main" id="{660A1241-163E-44CD-929E-FC47DA68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967" y="620161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64" name="text-+-611">
            <a:extLst xmlns:a="http://schemas.openxmlformats.org/drawingml/2006/main">
              <a:ext uri="{FF2B5EF4-FFF2-40B4-BE49-F238E27FC236}">
                <a16:creationId xmlns:a16="http://schemas.microsoft.com/office/drawing/2014/main" id="{1A988B16-ED05-4E9E-A2E6-A531BBD6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274" y="6185796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65" name="text-O-612">
            <a:extLst xmlns:a="http://schemas.openxmlformats.org/drawingml/2006/main">
              <a:ext uri="{FF2B5EF4-FFF2-40B4-BE49-F238E27FC236}">
                <a16:creationId xmlns:a16="http://schemas.microsoft.com/office/drawing/2014/main" id="{949C06CF-D85F-404E-BEFF-64718506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005" y="620161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66" name="text-O-613">
            <a:extLst xmlns:a="http://schemas.openxmlformats.org/drawingml/2006/main">
              <a:ext uri="{FF2B5EF4-FFF2-40B4-BE49-F238E27FC236}">
                <a16:creationId xmlns:a16="http://schemas.microsoft.com/office/drawing/2014/main" id="{0F8FF031-1DA1-4B2D-A043-A2BCF23A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540" y="637306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67" name="text-−-614">
            <a:extLst xmlns:a="http://schemas.openxmlformats.org/drawingml/2006/main">
              <a:ext uri="{FF2B5EF4-FFF2-40B4-BE49-F238E27FC236}">
                <a16:creationId xmlns:a16="http://schemas.microsoft.com/office/drawing/2014/main" id="{C10121B8-5895-4D65-AB1A-94072717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251" y="6357246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368" name="bond-615">
            <a:extLst xmlns:a="http://schemas.openxmlformats.org/drawingml/2006/main">
              <a:ext uri="{FF2B5EF4-FFF2-40B4-BE49-F238E27FC236}">
                <a16:creationId xmlns:a16="http://schemas.microsoft.com/office/drawing/2014/main" id="{55CEDEAA-E2A5-4EF5-BDF3-05E7D931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895" y="6073140"/>
            <a:ext cx="57877" cy="115754"/>
          </a:xfrm>
          <a:custGeom xmlns:a="http://schemas.openxmlformats.org/drawingml/2006/main">
            <a:pathLst>
              <a:path w="57877" h="115754">
                <a:moveTo>
                  <a:pt x="0" y="0"/>
                </a:moveTo>
                <a:lnTo>
                  <a:pt x="57877" y="11575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69" name="bond-616">
            <a:extLst xmlns:a="http://schemas.openxmlformats.org/drawingml/2006/main">
              <a:ext uri="{FF2B5EF4-FFF2-40B4-BE49-F238E27FC236}">
                <a16:creationId xmlns:a16="http://schemas.microsoft.com/office/drawing/2014/main" id="{CA22583F-D3F3-417B-A745-4C79BDD2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453" y="6266879"/>
            <a:ext cx="77694" cy="95"/>
          </a:xfrm>
          <a:custGeom xmlns:a="http://schemas.openxmlformats.org/drawingml/2006/main">
            <a:pathLst>
              <a:path w="77694" h="95">
                <a:moveTo>
                  <a:pt x="0" y="0"/>
                </a:moveTo>
                <a:lnTo>
                  <a:pt x="77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370" name="bond-617">
            <a:extLst xmlns:a="http://schemas.openxmlformats.org/drawingml/2006/main">
              <a:ext uri="{FF2B5EF4-FFF2-40B4-BE49-F238E27FC236}">
                <a16:creationId xmlns:a16="http://schemas.microsoft.com/office/drawing/2014/main" id="{F332882A-809E-422A-BF8A-A73C9E1D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453" y="6245162"/>
            <a:ext cx="77694" cy="95"/>
          </a:xfrm>
          <a:custGeom xmlns:a="http://schemas.openxmlformats.org/drawingml/2006/main">
            <a:pathLst>
              <a:path w="77694" h="95">
                <a:moveTo>
                  <a:pt x="0" y="0"/>
                </a:moveTo>
                <a:lnTo>
                  <a:pt x="77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371" name="bond-618">
            <a:extLst xmlns:a="http://schemas.openxmlformats.org/drawingml/2006/main">
              <a:ext uri="{FF2B5EF4-FFF2-40B4-BE49-F238E27FC236}">
                <a16:creationId xmlns:a16="http://schemas.microsoft.com/office/drawing/2014/main" id="{A2DF99E3-8438-49CC-85B2-7743367C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173" y="6300140"/>
            <a:ext cx="30102" cy="60204"/>
          </a:xfrm>
          <a:custGeom xmlns:a="http://schemas.openxmlformats.org/drawingml/2006/main">
            <a:pathLst>
              <a:path w="30102" h="60204">
                <a:moveTo>
                  <a:pt x="30102" y="0"/>
                </a:moveTo>
                <a:lnTo>
                  <a:pt x="0" y="6020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72" name="text-F-619">
            <a:extLst xmlns:a="http://schemas.openxmlformats.org/drawingml/2006/main">
              <a:ext uri="{FF2B5EF4-FFF2-40B4-BE49-F238E27FC236}">
                <a16:creationId xmlns:a16="http://schemas.microsoft.com/office/drawing/2014/main" id="{C794E53F-4E34-4CB4-8948-03079D48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834" y="5847283"/>
            <a:ext cx="63912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73" name="bond-620">
            <a:extLst xmlns:a="http://schemas.openxmlformats.org/drawingml/2006/main">
              <a:ext uri="{FF2B5EF4-FFF2-40B4-BE49-F238E27FC236}">
                <a16:creationId xmlns:a16="http://schemas.microsoft.com/office/drawing/2014/main" id="{8F4378A1-5635-46DD-9368-374EEFA0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765" y="5901690"/>
            <a:ext cx="161211" cy="95"/>
          </a:xfrm>
          <a:custGeom xmlns:a="http://schemas.openxmlformats.org/drawingml/2006/main">
            <a:pathLst>
              <a:path w="161211" h="95">
                <a:moveTo>
                  <a:pt x="0" y="0"/>
                </a:moveTo>
                <a:lnTo>
                  <a:pt x="1612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74" name="text-L-FDAA (S)-621">
            <a:extLst xmlns:a="http://schemas.openxmlformats.org/drawingml/2006/main">
              <a:ext uri="{FF2B5EF4-FFF2-40B4-BE49-F238E27FC236}">
                <a16:creationId xmlns:a16="http://schemas.microsoft.com/office/drawing/2014/main" id="{F66EA07B-B85C-47BE-B9C9-9E89E479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905" y="6527368"/>
            <a:ext cx="182880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L-FDAA (S)</a:t>
            </a:r>
          </a:p>
        </p:txBody>
      </p:sp>
      <p:sp>
        <p:nvSpPr>
          <p:cNvPr id="375" name="bond-622">
            <a:extLst xmlns:a="http://schemas.openxmlformats.org/drawingml/2006/main">
              <a:ext uri="{FF2B5EF4-FFF2-40B4-BE49-F238E27FC236}">
                <a16:creationId xmlns:a16="http://schemas.microsoft.com/office/drawing/2014/main" id="{467DD50B-0D8F-4993-BE36-33916296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810250"/>
            <a:ext cx="731520" cy="95"/>
          </a:xfrm>
          <a:custGeom xmlns:a="http://schemas.openxmlformats.org/drawingml/2006/main">
            <a:pathLst>
              <a:path w="731520" h="95">
                <a:moveTo>
                  <a:pt x="0" y="0"/>
                </a:moveTo>
                <a:lnTo>
                  <a:pt x="7315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2939B"/>
            </a:solidFill>
            <a:prstDash val="solid"/>
          </a:ln>
        </p:spPr>
      </p:sp>
      <p:sp>
        <p:nvSpPr>
          <p:cNvPr id="376" name="bond-623">
            <a:extLst xmlns:a="http://schemas.openxmlformats.org/drawingml/2006/main">
              <a:ext uri="{FF2B5EF4-FFF2-40B4-BE49-F238E27FC236}">
                <a16:creationId xmlns:a16="http://schemas.microsoft.com/office/drawing/2014/main" id="{B7AF3B9B-AE78-4A74-8335-F6EB7D3B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230" y="5770245"/>
            <a:ext cx="62865" cy="40005"/>
          </a:xfrm>
          <a:custGeom xmlns:a="http://schemas.openxmlformats.org/drawingml/2006/main">
            <a:pathLst>
              <a:path w="62865" h="40005">
                <a:moveTo>
                  <a:pt x="0" y="0"/>
                </a:moveTo>
                <a:lnTo>
                  <a:pt x="62865" y="4000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2939B"/>
            </a:solidFill>
            <a:prstDash val="solid"/>
          </a:ln>
        </p:spPr>
      </p:sp>
      <p:sp>
        <p:nvSpPr>
          <p:cNvPr id="377" name="bond-624">
            <a:extLst xmlns:a="http://schemas.openxmlformats.org/drawingml/2006/main">
              <a:ext uri="{FF2B5EF4-FFF2-40B4-BE49-F238E27FC236}">
                <a16:creationId xmlns:a16="http://schemas.microsoft.com/office/drawing/2014/main" id="{6390883F-F3BA-40EC-8247-57CFA707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230" y="5810250"/>
            <a:ext cx="62865" cy="40005"/>
          </a:xfrm>
          <a:custGeom xmlns:a="http://schemas.openxmlformats.org/drawingml/2006/main">
            <a:pathLst>
              <a:path w="62865" h="40005">
                <a:moveTo>
                  <a:pt x="0" y="40005"/>
                </a:moveTo>
                <a:lnTo>
                  <a:pt x="628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2939B"/>
            </a:solidFill>
            <a:prstDash val="solid"/>
          </a:ln>
        </p:spPr>
      </p:sp>
      <p:sp>
        <p:nvSpPr>
          <p:cNvPr id="378" name="text-SNAr-625">
            <a:extLst xmlns:a="http://schemas.openxmlformats.org/drawingml/2006/main">
              <a:ext uri="{FF2B5EF4-FFF2-40B4-BE49-F238E27FC236}">
                <a16:creationId xmlns:a16="http://schemas.microsoft.com/office/drawing/2014/main" id="{E2B6B6E1-AF60-427D-B3A9-99E5ABC4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838" y="5668289"/>
            <a:ext cx="198425" cy="89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3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3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SNAr</a:t>
            </a:r>
          </a:p>
        </p:txBody>
      </p:sp>
      <p:sp>
        <p:nvSpPr>
          <p:cNvPr id="379" name="bond-626">
            <a:extLst xmlns:a="http://schemas.openxmlformats.org/drawingml/2006/main">
              <a:ext uri="{FF2B5EF4-FFF2-40B4-BE49-F238E27FC236}">
                <a16:creationId xmlns:a16="http://schemas.microsoft.com/office/drawing/2014/main" id="{175D5EA6-7BFE-468D-9345-F6B344FB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730240"/>
            <a:ext cx="102870" cy="171450"/>
          </a:xfrm>
          <a:custGeom xmlns:a="http://schemas.openxmlformats.org/drawingml/2006/main">
            <a:pathLst>
              <a:path w="102870" h="171450">
                <a:moveTo>
                  <a:pt x="0" y="171450"/>
                </a:moveTo>
                <a:lnTo>
                  <a:pt x="1028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80" name="bond-627">
            <a:extLst xmlns:a="http://schemas.openxmlformats.org/drawingml/2006/main">
              <a:ext uri="{FF2B5EF4-FFF2-40B4-BE49-F238E27FC236}">
                <a16:creationId xmlns:a16="http://schemas.microsoft.com/office/drawing/2014/main" id="{86841E09-581C-4C4B-A62E-92573CF0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220" y="5730240"/>
            <a:ext cx="188595" cy="95"/>
          </a:xfrm>
          <a:custGeom xmlns:a="http://schemas.openxmlformats.org/drawingml/2006/main">
            <a:pathLst>
              <a:path w="188595" h="95">
                <a:moveTo>
                  <a:pt x="0" y="0"/>
                </a:moveTo>
                <a:lnTo>
                  <a:pt x="188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81" name="bond-628">
            <a:extLst xmlns:a="http://schemas.openxmlformats.org/drawingml/2006/main">
              <a:ext uri="{FF2B5EF4-FFF2-40B4-BE49-F238E27FC236}">
                <a16:creationId xmlns:a16="http://schemas.microsoft.com/office/drawing/2014/main" id="{6D1C925E-7209-4778-9C40-817FD983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15" y="5730240"/>
            <a:ext cx="102870" cy="171450"/>
          </a:xfrm>
          <a:custGeom xmlns:a="http://schemas.openxmlformats.org/drawingml/2006/main">
            <a:pathLst>
              <a:path w="102870" h="171450">
                <a:moveTo>
                  <a:pt x="0" y="0"/>
                </a:moveTo>
                <a:lnTo>
                  <a:pt x="10287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82" name="bond-629">
            <a:extLst xmlns:a="http://schemas.openxmlformats.org/drawingml/2006/main">
              <a:ext uri="{FF2B5EF4-FFF2-40B4-BE49-F238E27FC236}">
                <a16:creationId xmlns:a16="http://schemas.microsoft.com/office/drawing/2014/main" id="{87A1E918-F560-4F97-B91C-DCBB09D6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15" y="5901690"/>
            <a:ext cx="102870" cy="171450"/>
          </a:xfrm>
          <a:custGeom xmlns:a="http://schemas.openxmlformats.org/drawingml/2006/main">
            <a:pathLst>
              <a:path w="102870" h="171450">
                <a:moveTo>
                  <a:pt x="10287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83" name="bond-630">
            <a:extLst xmlns:a="http://schemas.openxmlformats.org/drawingml/2006/main">
              <a:ext uri="{FF2B5EF4-FFF2-40B4-BE49-F238E27FC236}">
                <a16:creationId xmlns:a16="http://schemas.microsoft.com/office/drawing/2014/main" id="{208A7E5B-03F1-48E7-93DE-9270E558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220" y="6073140"/>
            <a:ext cx="188595" cy="95"/>
          </a:xfrm>
          <a:custGeom xmlns:a="http://schemas.openxmlformats.org/drawingml/2006/main">
            <a:pathLst>
              <a:path w="188595" h="95">
                <a:moveTo>
                  <a:pt x="18859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84" name="bond-631">
            <a:extLst xmlns:a="http://schemas.openxmlformats.org/drawingml/2006/main">
              <a:ext uri="{FF2B5EF4-FFF2-40B4-BE49-F238E27FC236}">
                <a16:creationId xmlns:a16="http://schemas.microsoft.com/office/drawing/2014/main" id="{F9F90A09-70D7-4246-A5FF-DEA29DFE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901690"/>
            <a:ext cx="102870" cy="171450"/>
          </a:xfrm>
          <a:custGeom xmlns:a="http://schemas.openxmlformats.org/drawingml/2006/main">
            <a:pathLst>
              <a:path w="102870" h="171450">
                <a:moveTo>
                  <a:pt x="10287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85" name="bond-632">
            <a:extLst xmlns:a="http://schemas.openxmlformats.org/drawingml/2006/main">
              <a:ext uri="{FF2B5EF4-FFF2-40B4-BE49-F238E27FC236}">
                <a16:creationId xmlns:a16="http://schemas.microsoft.com/office/drawing/2014/main" id="{1D85D5E9-D40E-446B-8A8B-1E8645AA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812" y="5762816"/>
            <a:ext cx="83325" cy="138875"/>
          </a:xfrm>
          <a:custGeom xmlns:a="http://schemas.openxmlformats.org/drawingml/2006/main">
            <a:pathLst>
              <a:path w="83325" h="138875">
                <a:moveTo>
                  <a:pt x="0" y="138875"/>
                </a:moveTo>
                <a:lnTo>
                  <a:pt x="83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86" name="bond-633">
            <a:extLst xmlns:a="http://schemas.openxmlformats.org/drawingml/2006/main">
              <a:ext uri="{FF2B5EF4-FFF2-40B4-BE49-F238E27FC236}">
                <a16:creationId xmlns:a16="http://schemas.microsoft.com/office/drawing/2014/main" id="{156FD985-302B-46BE-8800-39004CCB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898" y="5762816"/>
            <a:ext cx="83325" cy="138875"/>
          </a:xfrm>
          <a:custGeom xmlns:a="http://schemas.openxmlformats.org/drawingml/2006/main">
            <a:pathLst>
              <a:path w="83325" h="138875">
                <a:moveTo>
                  <a:pt x="0" y="0"/>
                </a:moveTo>
                <a:lnTo>
                  <a:pt x="83325" y="138875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87" name="bond-634">
            <a:extLst xmlns:a="http://schemas.openxmlformats.org/drawingml/2006/main">
              <a:ext uri="{FF2B5EF4-FFF2-40B4-BE49-F238E27FC236}">
                <a16:creationId xmlns:a16="http://schemas.microsoft.com/office/drawing/2014/main" id="{799326B0-44CE-46A5-BCDE-9B559EA4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137" y="6040565"/>
            <a:ext cx="152762" cy="95"/>
          </a:xfrm>
          <a:custGeom xmlns:a="http://schemas.openxmlformats.org/drawingml/2006/main">
            <a:pathLst>
              <a:path w="152762" h="95">
                <a:moveTo>
                  <a:pt x="15276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88" name="text-H-635">
            <a:extLst xmlns:a="http://schemas.openxmlformats.org/drawingml/2006/main">
              <a:ext uri="{FF2B5EF4-FFF2-40B4-BE49-F238E27FC236}">
                <a16:creationId xmlns:a16="http://schemas.microsoft.com/office/drawing/2014/main" id="{96B321D6-F079-463F-B068-2FF2121F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820" y="549866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89" name="text-N-636">
            <a:extLst xmlns:a="http://schemas.openxmlformats.org/drawingml/2006/main">
              <a:ext uri="{FF2B5EF4-FFF2-40B4-BE49-F238E27FC236}">
                <a16:creationId xmlns:a16="http://schemas.microsoft.com/office/drawing/2014/main" id="{0C88F932-7214-476A-9535-56F046C7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127" y="549866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90" name="text-O-637">
            <a:extLst xmlns:a="http://schemas.openxmlformats.org/drawingml/2006/main">
              <a:ext uri="{FF2B5EF4-FFF2-40B4-BE49-F238E27FC236}">
                <a16:creationId xmlns:a16="http://schemas.microsoft.com/office/drawing/2014/main" id="{9E0F2B80-14C6-4D13-BC97-873FB2A7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15" y="550438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91" name="text-N-638">
            <a:extLst xmlns:a="http://schemas.openxmlformats.org/drawingml/2006/main">
              <a:ext uri="{FF2B5EF4-FFF2-40B4-BE49-F238E27FC236}">
                <a16:creationId xmlns:a16="http://schemas.microsoft.com/office/drawing/2014/main" id="{BCF9F0E9-8D67-4465-BBBB-CE0DF255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47" y="515576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92" name="text-H-639">
            <a:extLst xmlns:a="http://schemas.openxmlformats.org/drawingml/2006/main">
              <a:ext uri="{FF2B5EF4-FFF2-40B4-BE49-F238E27FC236}">
                <a16:creationId xmlns:a16="http://schemas.microsoft.com/office/drawing/2014/main" id="{141169F2-961A-4193-A5B2-8DA63434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54" y="515576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93" name="text-2-640">
            <a:extLst xmlns:a="http://schemas.openxmlformats.org/drawingml/2006/main">
              <a:ext uri="{FF2B5EF4-FFF2-40B4-BE49-F238E27FC236}">
                <a16:creationId xmlns:a16="http://schemas.microsoft.com/office/drawing/2014/main" id="{6E6204B3-5703-4AE7-8FD6-62E3D6BC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361" y="5202131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94" name="text-H-641">
            <a:extLst xmlns:a="http://schemas.openxmlformats.org/drawingml/2006/main">
              <a:ext uri="{FF2B5EF4-FFF2-40B4-BE49-F238E27FC236}">
                <a16:creationId xmlns:a16="http://schemas.microsoft.com/office/drawing/2014/main" id="{ED32F762-839C-4628-AD4B-58BDA578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355" y="515576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95" name="text-3-642">
            <a:extLst xmlns:a="http://schemas.openxmlformats.org/drawingml/2006/main">
              <a:ext uri="{FF2B5EF4-FFF2-40B4-BE49-F238E27FC236}">
                <a16:creationId xmlns:a16="http://schemas.microsoft.com/office/drawing/2014/main" id="{7956AAB4-0BA7-4541-88A6-8D7D6576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662" y="5202131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96" name="text-C-643">
            <a:extLst xmlns:a="http://schemas.openxmlformats.org/drawingml/2006/main">
              <a:ext uri="{FF2B5EF4-FFF2-40B4-BE49-F238E27FC236}">
                <a16:creationId xmlns:a16="http://schemas.microsoft.com/office/drawing/2014/main" id="{FC6F9B2F-F531-4698-95C9-10B27588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842" y="515576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97" name="bond-644">
            <a:extLst xmlns:a="http://schemas.openxmlformats.org/drawingml/2006/main">
              <a:ext uri="{FF2B5EF4-FFF2-40B4-BE49-F238E27FC236}">
                <a16:creationId xmlns:a16="http://schemas.microsoft.com/office/drawing/2014/main" id="{BF0FA35B-4EE4-488F-9CD4-3C4FB71C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843" y="5597195"/>
            <a:ext cx="64377" cy="133045"/>
          </a:xfrm>
          <a:custGeom xmlns:a="http://schemas.openxmlformats.org/drawingml/2006/main">
            <a:pathLst>
              <a:path w="64377" h="133045">
                <a:moveTo>
                  <a:pt x="64377" y="1330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98" name="bond-645">
            <a:extLst xmlns:a="http://schemas.openxmlformats.org/drawingml/2006/main">
              <a:ext uri="{FF2B5EF4-FFF2-40B4-BE49-F238E27FC236}">
                <a16:creationId xmlns:a16="http://schemas.microsoft.com/office/drawing/2014/main" id="{8DF5EA7E-70E0-4C48-BB7F-D5D69DF7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420" y="5375910"/>
            <a:ext cx="60085" cy="133045"/>
          </a:xfrm>
          <a:custGeom xmlns:a="http://schemas.openxmlformats.org/drawingml/2006/main">
            <a:pathLst>
              <a:path w="60085" h="133045">
                <a:moveTo>
                  <a:pt x="0" y="133045"/>
                </a:moveTo>
                <a:lnTo>
                  <a:pt x="60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399" name="bond-646">
            <a:extLst xmlns:a="http://schemas.openxmlformats.org/drawingml/2006/main">
              <a:ext uri="{FF2B5EF4-FFF2-40B4-BE49-F238E27FC236}">
                <a16:creationId xmlns:a16="http://schemas.microsoft.com/office/drawing/2014/main" id="{5AB2EBA1-9EF8-4600-A5ED-26B10DC9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505" y="5375910"/>
            <a:ext cx="194310" cy="95"/>
          </a:xfrm>
          <a:custGeom xmlns:a="http://schemas.openxmlformats.org/drawingml/2006/main">
            <a:pathLst>
              <a:path w="194310" h="95">
                <a:moveTo>
                  <a:pt x="0" y="0"/>
                </a:moveTo>
                <a:lnTo>
                  <a:pt x="1943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00" name="bond-647">
            <a:extLst xmlns:a="http://schemas.openxmlformats.org/drawingml/2006/main">
              <a:ext uri="{FF2B5EF4-FFF2-40B4-BE49-F238E27FC236}">
                <a16:creationId xmlns:a16="http://schemas.microsoft.com/office/drawing/2014/main" id="{EF496D7B-8BF4-48FD-9A4D-6C8AAABB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351" y="5381234"/>
            <a:ext cx="78053" cy="138760"/>
          </a:xfrm>
          <a:custGeom xmlns:a="http://schemas.openxmlformats.org/drawingml/2006/main">
            <a:pathLst>
              <a:path w="78053" h="138760">
                <a:moveTo>
                  <a:pt x="0" y="0"/>
                </a:moveTo>
                <a:lnTo>
                  <a:pt x="78053" y="1387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401" name="bond-648">
            <a:extLst xmlns:a="http://schemas.openxmlformats.org/drawingml/2006/main">
              <a:ext uri="{FF2B5EF4-FFF2-40B4-BE49-F238E27FC236}">
                <a16:creationId xmlns:a16="http://schemas.microsoft.com/office/drawing/2014/main" id="{2909FE03-4E5F-4EB4-A269-E3129C78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279" y="5370586"/>
            <a:ext cx="78053" cy="138760"/>
          </a:xfrm>
          <a:custGeom xmlns:a="http://schemas.openxmlformats.org/drawingml/2006/main">
            <a:pathLst>
              <a:path w="78053" h="138760">
                <a:moveTo>
                  <a:pt x="0" y="0"/>
                </a:moveTo>
                <a:lnTo>
                  <a:pt x="78053" y="1387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402" name="bond-649">
            <a:extLst xmlns:a="http://schemas.openxmlformats.org/drawingml/2006/main">
              <a:ext uri="{FF2B5EF4-FFF2-40B4-BE49-F238E27FC236}">
                <a16:creationId xmlns:a16="http://schemas.microsoft.com/office/drawing/2014/main" id="{E7B1FFFB-111C-4580-9712-52A35E8F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15" y="5267586"/>
            <a:ext cx="74706" cy="108324"/>
          </a:xfrm>
          <a:custGeom xmlns:a="http://schemas.openxmlformats.org/drawingml/2006/main">
            <a:pathLst>
              <a:path w="74706" h="108324">
                <a:moveTo>
                  <a:pt x="0" y="108324"/>
                </a:moveTo>
                <a:lnTo>
                  <a:pt x="747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03" name="stereobond-650">
            <a:extLst xmlns:a="http://schemas.openxmlformats.org/drawingml/2006/main">
              <a:ext uri="{FF2B5EF4-FFF2-40B4-BE49-F238E27FC236}">
                <a16:creationId xmlns:a16="http://schemas.microsoft.com/office/drawing/2014/main" id="{724BABA4-2371-4954-B1B1-2B66D3AC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693" y="5259403"/>
            <a:ext cx="66812" cy="116507"/>
          </a:xfrm>
          <a:custGeom xmlns:a="http://schemas.openxmlformats.org/drawingml/2006/main">
            <a:pathLst>
              <a:path w="66812" h="116507">
                <a:moveTo>
                  <a:pt x="66812" y="116507"/>
                </a:moveTo>
                <a:lnTo>
                  <a:pt x="36505" y="0"/>
                </a:lnTo>
                <a:lnTo>
                  <a:pt x="0" y="16364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2858">
            <a:solidFill>
              <a:srgbClr val="222222"/>
            </a:solidFill>
          </a:ln>
        </p:spPr>
      </p:sp>
      <p:sp>
        <p:nvSpPr>
          <p:cNvPr id="404" name="text-N-651">
            <a:extLst xmlns:a="http://schemas.openxmlformats.org/drawingml/2006/main">
              <a:ext uri="{FF2B5EF4-FFF2-40B4-BE49-F238E27FC236}">
                <a16:creationId xmlns:a16="http://schemas.microsoft.com/office/drawing/2014/main" id="{898C749D-1E45-45B9-BE87-1AF378A0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242" y="584728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05" name="text-+-652">
            <a:extLst xmlns:a="http://schemas.openxmlformats.org/drawingml/2006/main">
              <a:ext uri="{FF2B5EF4-FFF2-40B4-BE49-F238E27FC236}">
                <a16:creationId xmlns:a16="http://schemas.microsoft.com/office/drawing/2014/main" id="{0378AB61-DFED-43BF-AD84-01B0E690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549" y="5831466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06" name="text-O-653">
            <a:extLst xmlns:a="http://schemas.openxmlformats.org/drawingml/2006/main">
              <a:ext uri="{FF2B5EF4-FFF2-40B4-BE49-F238E27FC236}">
                <a16:creationId xmlns:a16="http://schemas.microsoft.com/office/drawing/2014/main" id="{5C7FD396-4E53-4036-B918-A8A21519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670" y="567011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407" name="text-O-654">
            <a:extLst xmlns:a="http://schemas.openxmlformats.org/drawingml/2006/main">
              <a:ext uri="{FF2B5EF4-FFF2-40B4-BE49-F238E27FC236}">
                <a16:creationId xmlns:a16="http://schemas.microsoft.com/office/drawing/2014/main" id="{45531242-9A93-481C-9C9B-26CF3F5E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100" y="602444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408" name="text-−-655">
            <a:extLst xmlns:a="http://schemas.openxmlformats.org/drawingml/2006/main">
              <a:ext uri="{FF2B5EF4-FFF2-40B4-BE49-F238E27FC236}">
                <a16:creationId xmlns:a16="http://schemas.microsoft.com/office/drawing/2014/main" id="{3369BA93-2817-450C-870A-5C1F8A6A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811" y="6008631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409" name="bond-656">
            <a:extLst xmlns:a="http://schemas.openxmlformats.org/drawingml/2006/main">
              <a:ext uri="{FF2B5EF4-FFF2-40B4-BE49-F238E27FC236}">
                <a16:creationId xmlns:a16="http://schemas.microsoft.com/office/drawing/2014/main" id="{C8D3E69F-663A-48AF-BA36-51FE186E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728" y="5901690"/>
            <a:ext cx="124622" cy="95"/>
          </a:xfrm>
          <a:custGeom xmlns:a="http://schemas.openxmlformats.org/drawingml/2006/main">
            <a:pathLst>
              <a:path w="124622" h="95">
                <a:moveTo>
                  <a:pt x="1246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10" name="bond-657">
            <a:extLst xmlns:a="http://schemas.openxmlformats.org/drawingml/2006/main">
              <a:ext uri="{FF2B5EF4-FFF2-40B4-BE49-F238E27FC236}">
                <a16:creationId xmlns:a16="http://schemas.microsoft.com/office/drawing/2014/main" id="{A6C3A426-CA64-4018-881F-160F685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48" y="5763192"/>
            <a:ext cx="38276" cy="65919"/>
          </a:xfrm>
          <a:custGeom xmlns:a="http://schemas.openxmlformats.org/drawingml/2006/main">
            <a:pathLst>
              <a:path w="38276" h="65919">
                <a:moveTo>
                  <a:pt x="38276" y="659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411" name="bond-658">
            <a:extLst xmlns:a="http://schemas.openxmlformats.org/drawingml/2006/main">
              <a:ext uri="{FF2B5EF4-FFF2-40B4-BE49-F238E27FC236}">
                <a16:creationId xmlns:a16="http://schemas.microsoft.com/office/drawing/2014/main" id="{1A45BC7A-E102-4F3A-A9B8-8B513839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968" y="5774097"/>
            <a:ext cx="38276" cy="65919"/>
          </a:xfrm>
          <a:custGeom xmlns:a="http://schemas.openxmlformats.org/drawingml/2006/main">
            <a:pathLst>
              <a:path w="38276" h="65919">
                <a:moveTo>
                  <a:pt x="38276" y="6591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412" name="bond-659">
            <a:extLst xmlns:a="http://schemas.openxmlformats.org/drawingml/2006/main">
              <a:ext uri="{FF2B5EF4-FFF2-40B4-BE49-F238E27FC236}">
                <a16:creationId xmlns:a16="http://schemas.microsoft.com/office/drawing/2014/main" id="{93A1F9FC-8E17-43DC-8474-D51884C5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816" y="5945810"/>
            <a:ext cx="34023" cy="65919"/>
          </a:xfrm>
          <a:custGeom xmlns:a="http://schemas.openxmlformats.org/drawingml/2006/main">
            <a:pathLst>
              <a:path w="34023" h="65919">
                <a:moveTo>
                  <a:pt x="34023" y="0"/>
                </a:moveTo>
                <a:lnTo>
                  <a:pt x="0" y="65919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13" name="text-N-660">
            <a:extLst xmlns:a="http://schemas.openxmlformats.org/drawingml/2006/main">
              <a:ext uri="{FF2B5EF4-FFF2-40B4-BE49-F238E27FC236}">
                <a16:creationId xmlns:a16="http://schemas.microsoft.com/office/drawing/2014/main" id="{67A2DA2D-54D7-4555-B9EA-EEE1B2AA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887" y="620161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14" name="text-+-661">
            <a:extLst xmlns:a="http://schemas.openxmlformats.org/drawingml/2006/main">
              <a:ext uri="{FF2B5EF4-FFF2-40B4-BE49-F238E27FC236}">
                <a16:creationId xmlns:a16="http://schemas.microsoft.com/office/drawing/2014/main" id="{28F27470-5F00-4E1D-8309-25FA4049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194" y="6185796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15" name="text-O-662">
            <a:extLst xmlns:a="http://schemas.openxmlformats.org/drawingml/2006/main">
              <a:ext uri="{FF2B5EF4-FFF2-40B4-BE49-F238E27FC236}">
                <a16:creationId xmlns:a16="http://schemas.microsoft.com/office/drawing/2014/main" id="{E042066F-2B5A-44A9-B062-A88F47C3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925" y="620161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416" name="text-O-663">
            <a:extLst xmlns:a="http://schemas.openxmlformats.org/drawingml/2006/main">
              <a:ext uri="{FF2B5EF4-FFF2-40B4-BE49-F238E27FC236}">
                <a16:creationId xmlns:a16="http://schemas.microsoft.com/office/drawing/2014/main" id="{BCB8602A-2159-4457-9081-F927B06F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460" y="637306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417" name="text-−-664">
            <a:extLst xmlns:a="http://schemas.openxmlformats.org/drawingml/2006/main">
              <a:ext uri="{FF2B5EF4-FFF2-40B4-BE49-F238E27FC236}">
                <a16:creationId xmlns:a16="http://schemas.microsoft.com/office/drawing/2014/main" id="{8460E4A3-C210-44FE-B936-8DCDCCA9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171" y="6357246"/>
            <a:ext cx="40321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418" name="bond-665">
            <a:extLst xmlns:a="http://schemas.openxmlformats.org/drawingml/2006/main">
              <a:ext uri="{FF2B5EF4-FFF2-40B4-BE49-F238E27FC236}">
                <a16:creationId xmlns:a16="http://schemas.microsoft.com/office/drawing/2014/main" id="{6594EABC-F077-4F79-81AF-2136E308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15" y="6073140"/>
            <a:ext cx="57877" cy="115754"/>
          </a:xfrm>
          <a:custGeom xmlns:a="http://schemas.openxmlformats.org/drawingml/2006/main">
            <a:pathLst>
              <a:path w="57877" h="115754">
                <a:moveTo>
                  <a:pt x="0" y="0"/>
                </a:moveTo>
                <a:lnTo>
                  <a:pt x="57877" y="11575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19" name="bond-666">
            <a:extLst xmlns:a="http://schemas.openxmlformats.org/drawingml/2006/main">
              <a:ext uri="{FF2B5EF4-FFF2-40B4-BE49-F238E27FC236}">
                <a16:creationId xmlns:a16="http://schemas.microsoft.com/office/drawing/2014/main" id="{9E109AE9-1CC7-4BCB-B7B1-84EA8233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373" y="6266879"/>
            <a:ext cx="77694" cy="95"/>
          </a:xfrm>
          <a:custGeom xmlns:a="http://schemas.openxmlformats.org/drawingml/2006/main">
            <a:pathLst>
              <a:path w="77694" h="95">
                <a:moveTo>
                  <a:pt x="0" y="0"/>
                </a:moveTo>
                <a:lnTo>
                  <a:pt x="77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420" name="bond-667">
            <a:extLst xmlns:a="http://schemas.openxmlformats.org/drawingml/2006/main">
              <a:ext uri="{FF2B5EF4-FFF2-40B4-BE49-F238E27FC236}">
                <a16:creationId xmlns:a16="http://schemas.microsoft.com/office/drawing/2014/main" id="{21F7A2F5-8413-44BE-8512-685B9761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373" y="6245162"/>
            <a:ext cx="77694" cy="95"/>
          </a:xfrm>
          <a:custGeom xmlns:a="http://schemas.openxmlformats.org/drawingml/2006/main">
            <a:pathLst>
              <a:path w="77694" h="95">
                <a:moveTo>
                  <a:pt x="0" y="0"/>
                </a:moveTo>
                <a:lnTo>
                  <a:pt x="77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421" name="bond-668">
            <a:extLst xmlns:a="http://schemas.openxmlformats.org/drawingml/2006/main">
              <a:ext uri="{FF2B5EF4-FFF2-40B4-BE49-F238E27FC236}">
                <a16:creationId xmlns:a16="http://schemas.microsoft.com/office/drawing/2014/main" id="{ACB33FC4-4782-4967-A169-B21C9D09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093" y="6300140"/>
            <a:ext cx="30102" cy="60204"/>
          </a:xfrm>
          <a:custGeom xmlns:a="http://schemas.openxmlformats.org/drawingml/2006/main">
            <a:pathLst>
              <a:path w="30102" h="60204">
                <a:moveTo>
                  <a:pt x="30102" y="0"/>
                </a:moveTo>
                <a:lnTo>
                  <a:pt x="0" y="60204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22" name="text-N-669">
            <a:extLst xmlns:a="http://schemas.openxmlformats.org/drawingml/2006/main">
              <a:ext uri="{FF2B5EF4-FFF2-40B4-BE49-F238E27FC236}">
                <a16:creationId xmlns:a16="http://schemas.microsoft.com/office/drawing/2014/main" id="{88655CC9-FF02-4513-B770-3FE19369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6057" y="584728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23" name="text-H-670">
            <a:extLst xmlns:a="http://schemas.openxmlformats.org/drawingml/2006/main">
              <a:ext uri="{FF2B5EF4-FFF2-40B4-BE49-F238E27FC236}">
                <a16:creationId xmlns:a16="http://schemas.microsoft.com/office/drawing/2014/main" id="{387A9157-8153-4FAE-8059-A074EBBB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364" y="584728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424" name="text-C-671">
            <a:extLst xmlns:a="http://schemas.openxmlformats.org/drawingml/2006/main">
              <a:ext uri="{FF2B5EF4-FFF2-40B4-BE49-F238E27FC236}">
                <a16:creationId xmlns:a16="http://schemas.microsoft.com/office/drawing/2014/main" id="{05D87968-50C3-4C21-B2CB-471802BF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207" y="568154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ED8A37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25" name="text-H-672">
            <a:extLst xmlns:a="http://schemas.openxmlformats.org/drawingml/2006/main">
              <a:ext uri="{FF2B5EF4-FFF2-40B4-BE49-F238E27FC236}">
                <a16:creationId xmlns:a16="http://schemas.microsoft.com/office/drawing/2014/main" id="{C148E922-29DC-466B-A432-9C880D6E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14" y="568154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ED8A37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426" name="text-O-673">
            <a:extLst xmlns:a="http://schemas.openxmlformats.org/drawingml/2006/main">
              <a:ext uri="{FF2B5EF4-FFF2-40B4-BE49-F238E27FC236}">
                <a16:creationId xmlns:a16="http://schemas.microsoft.com/office/drawing/2014/main" id="{6B0A6B0C-1319-4EEE-B026-1BDDA93B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405" y="5864428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427" name="text-O-674">
            <a:extLst xmlns:a="http://schemas.openxmlformats.org/drawingml/2006/main">
              <a:ext uri="{FF2B5EF4-FFF2-40B4-BE49-F238E27FC236}">
                <a16:creationId xmlns:a16="http://schemas.microsoft.com/office/drawing/2014/main" id="{A9B79BBA-6547-4A55-8545-E04F5146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545" y="5515813"/>
            <a:ext cx="8014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428" name="text-H-675">
            <a:extLst xmlns:a="http://schemas.openxmlformats.org/drawingml/2006/main">
              <a:ext uri="{FF2B5EF4-FFF2-40B4-BE49-F238E27FC236}">
                <a16:creationId xmlns:a16="http://schemas.microsoft.com/office/drawing/2014/main" id="{78D8B8F1-E40B-4559-80B2-321A2E9B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256" y="5515813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429" name="text-H-676">
            <a:extLst xmlns:a="http://schemas.openxmlformats.org/drawingml/2006/main">
              <a:ext uri="{FF2B5EF4-FFF2-40B4-BE49-F238E27FC236}">
                <a16:creationId xmlns:a16="http://schemas.microsoft.com/office/drawing/2014/main" id="{AEA4C5F6-18D9-4537-9C31-98BEFCDF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140" y="544151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430" name="text-3-677">
            <a:extLst xmlns:a="http://schemas.openxmlformats.org/drawingml/2006/main">
              <a:ext uri="{FF2B5EF4-FFF2-40B4-BE49-F238E27FC236}">
                <a16:creationId xmlns:a16="http://schemas.microsoft.com/office/drawing/2014/main" id="{F561BCF3-171A-41A8-8F29-678496EF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447" y="5487881"/>
            <a:ext cx="38609" cy="68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82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482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1" name="text-C-678">
            <a:extLst xmlns:a="http://schemas.openxmlformats.org/drawingml/2006/main">
              <a:ext uri="{FF2B5EF4-FFF2-40B4-BE49-F238E27FC236}">
                <a16:creationId xmlns:a16="http://schemas.microsoft.com/office/drawing/2014/main" id="{0F79C3D5-BDED-415F-BBC5-39826B45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627" y="5441518"/>
            <a:ext cx="74736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32" name="bond-679">
            <a:extLst xmlns:a="http://schemas.openxmlformats.org/drawingml/2006/main">
              <a:ext uri="{FF2B5EF4-FFF2-40B4-BE49-F238E27FC236}">
                <a16:creationId xmlns:a16="http://schemas.microsoft.com/office/drawing/2014/main" id="{63E33A28-16F1-4520-A417-83597204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685" y="5901690"/>
            <a:ext cx="161514" cy="95"/>
          </a:xfrm>
          <a:custGeom xmlns:a="http://schemas.openxmlformats.org/drawingml/2006/main">
            <a:pathLst>
              <a:path w="161514" h="95">
                <a:moveTo>
                  <a:pt x="0" y="0"/>
                </a:moveTo>
                <a:lnTo>
                  <a:pt x="1615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33" name="bond-680">
            <a:extLst xmlns:a="http://schemas.openxmlformats.org/drawingml/2006/main">
              <a:ext uri="{FF2B5EF4-FFF2-40B4-BE49-F238E27FC236}">
                <a16:creationId xmlns:a16="http://schemas.microsoft.com/office/drawing/2014/main" id="{F61A553E-089D-4C06-973B-EE4055BC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639" y="5780075"/>
            <a:ext cx="26723" cy="77495"/>
          </a:xfrm>
          <a:custGeom xmlns:a="http://schemas.openxmlformats.org/drawingml/2006/main">
            <a:pathLst>
              <a:path w="26723" h="77495">
                <a:moveTo>
                  <a:pt x="0" y="77495"/>
                </a:moveTo>
                <a:lnTo>
                  <a:pt x="267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34" name="bond-681">
            <a:extLst xmlns:a="http://schemas.openxmlformats.org/drawingml/2006/main">
              <a:ext uri="{FF2B5EF4-FFF2-40B4-BE49-F238E27FC236}">
                <a16:creationId xmlns:a16="http://schemas.microsoft.com/office/drawing/2014/main" id="{18D6FE6E-AED3-478E-B652-DC6D0031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108" y="5735955"/>
            <a:ext cx="124497" cy="95"/>
          </a:xfrm>
          <a:custGeom xmlns:a="http://schemas.openxmlformats.org/drawingml/2006/main">
            <a:pathLst>
              <a:path w="124497" h="95">
                <a:moveTo>
                  <a:pt x="0" y="0"/>
                </a:moveTo>
                <a:lnTo>
                  <a:pt x="1244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35" name="bond-682">
            <a:extLst xmlns:a="http://schemas.openxmlformats.org/drawingml/2006/main">
              <a:ext uri="{FF2B5EF4-FFF2-40B4-BE49-F238E27FC236}">
                <a16:creationId xmlns:a16="http://schemas.microsoft.com/office/drawing/2014/main" id="{0860D340-62CB-4FE0-8FB5-19F911CC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141" y="5741279"/>
            <a:ext cx="78053" cy="138760"/>
          </a:xfrm>
          <a:custGeom xmlns:a="http://schemas.openxmlformats.org/drawingml/2006/main">
            <a:pathLst>
              <a:path w="78053" h="138760">
                <a:moveTo>
                  <a:pt x="0" y="0"/>
                </a:moveTo>
                <a:lnTo>
                  <a:pt x="78053" y="1387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436" name="bond-683">
            <a:extLst xmlns:a="http://schemas.openxmlformats.org/drawingml/2006/main">
              <a:ext uri="{FF2B5EF4-FFF2-40B4-BE49-F238E27FC236}">
                <a16:creationId xmlns:a16="http://schemas.microsoft.com/office/drawing/2014/main" id="{8DBB8B96-3862-4B1C-BD7B-6B93BF2D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069" y="5730631"/>
            <a:ext cx="78053" cy="138760"/>
          </a:xfrm>
          <a:custGeom xmlns:a="http://schemas.openxmlformats.org/drawingml/2006/main">
            <a:pathLst>
              <a:path w="78053" h="138760">
                <a:moveTo>
                  <a:pt x="0" y="0"/>
                </a:moveTo>
                <a:lnTo>
                  <a:pt x="78053" y="1387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22222"/>
            </a:solidFill>
            <a:prstDash val="solid"/>
          </a:ln>
        </p:spPr>
      </p:sp>
      <p:sp>
        <p:nvSpPr>
          <p:cNvPr id="437" name="bond-684">
            <a:extLst xmlns:a="http://schemas.openxmlformats.org/drawingml/2006/main">
              <a:ext uri="{FF2B5EF4-FFF2-40B4-BE49-F238E27FC236}">
                <a16:creationId xmlns:a16="http://schemas.microsoft.com/office/drawing/2014/main" id="{E0D001EC-B272-4503-B783-374D87C1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605" y="5614340"/>
            <a:ext cx="58711" cy="121615"/>
          </a:xfrm>
          <a:custGeom xmlns:a="http://schemas.openxmlformats.org/drawingml/2006/main">
            <a:pathLst>
              <a:path w="58711" h="121615">
                <a:moveTo>
                  <a:pt x="0" y="121615"/>
                </a:moveTo>
                <a:lnTo>
                  <a:pt x="587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8">
            <a:solidFill>
              <a:srgbClr val="222222"/>
            </a:solidFill>
            <a:prstDash val="solid"/>
          </a:ln>
        </p:spPr>
      </p:sp>
      <p:sp>
        <p:nvSpPr>
          <p:cNvPr id="438" name="stereobond-685">
            <a:extLst xmlns:a="http://schemas.openxmlformats.org/drawingml/2006/main">
              <a:ext uri="{FF2B5EF4-FFF2-40B4-BE49-F238E27FC236}">
                <a16:creationId xmlns:a16="http://schemas.microsoft.com/office/drawing/2014/main" id="{BDA45C37-E0DE-451B-BB17-B529B596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165" y="5547840"/>
            <a:ext cx="58804" cy="143995"/>
          </a:xfrm>
          <a:custGeom xmlns:a="http://schemas.openxmlformats.org/drawingml/2006/main">
            <a:pathLst>
              <a:path w="58804" h="143995">
                <a:moveTo>
                  <a:pt x="58804" y="143995"/>
                </a:moveTo>
                <a:lnTo>
                  <a:pt x="38466" y="0"/>
                </a:lnTo>
                <a:lnTo>
                  <a:pt x="0" y="10990"/>
                </a:lnTo>
                <a:close/>
              </a:path>
            </a:pathLst>
          </a:custGeom>
          <a:solidFill xmlns:a="http://schemas.openxmlformats.org/drawingml/2006/main">
            <a:srgbClr val="222222"/>
          </a:solidFill>
          <a:ln xmlns:a="http://schemas.openxmlformats.org/drawingml/2006/main" w="2858">
            <a:solidFill>
              <a:srgbClr val="222222"/>
            </a:solidFill>
          </a:ln>
        </p:spPr>
      </p:sp>
      <p:sp>
        <p:nvSpPr>
          <p:cNvPr id="439" name="text-L-FDAA–L-Ala (S,S)-686">
            <a:extLst xmlns:a="http://schemas.openxmlformats.org/drawingml/2006/main">
              <a:ext uri="{FF2B5EF4-FFF2-40B4-BE49-F238E27FC236}">
                <a16:creationId xmlns:a16="http://schemas.microsoft.com/office/drawing/2014/main" id="{CC3CC806-442B-43FD-A15B-DEB29CCB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855" y="6527368"/>
            <a:ext cx="1828800" cy="108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65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65" b="0">
                <a:solidFill>
                  <a:srgbClr val="ED8A37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ED8A37"/>
                </a:solidFill>
                <a:latin typeface="Arial"/>
                <a:ea typeface="Arial"/>
                <a:cs typeface="Arial"/>
              </a:rPr>
              <a:t>L-FDAA–L-Ala (S,S)</a:t>
            </a:r>
          </a:p>
        </p:txBody>
      </p:sp>
    </p:spTree>
    <p:extLst>
      <p:ext uri="{BB962C8B-B14F-4D97-AF65-F5344CB8AC3E}">
        <p14:creationId xmlns:p14="http://schemas.microsoft.com/office/powerpoint/2010/main" val="1242380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2026-10-13T02:47:29.6290000Z</dcterms:created>
  <dcterms:modified xsi:type="dcterms:W3CDTF">2026-10-13T02:47:29.6290000Z</dcterms:modified>
</coreProperties>
</file>