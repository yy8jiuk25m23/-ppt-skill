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4a746fa7764065" /><Relationship Type="http://schemas.openxmlformats.org/officeDocument/2006/relationships/extended-properties" Target="/docProps/app.xml" Id="R2ce19e41c18f4694" /><Relationship Type="http://schemas.openxmlformats.org/officeDocument/2006/relationships/officeDocument" Target="/ppt/presentation.xml" Id="R4f719a68ff8246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6215eef081452e"/>
  </p:sldMasterIdLst>
  <p:notesMasterIdLst>
    <p:notesMasterId xmlns:r="http://schemas.openxmlformats.org/officeDocument/2006/relationships" r:id="Rfc21fd3388f04028"/>
  </p:notesMasterIdLst>
  <p:sldIdLst>
    <p:sldId xmlns:r="http://schemas.openxmlformats.org/officeDocument/2006/relationships" id="256" r:id="Rfa1faa1fbbb945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050c1eefc24532" /><Relationship Type="http://schemas.openxmlformats.org/officeDocument/2006/relationships/slideMaster" Target="/ppt/slideMasters/slideMaster1.xml" Id="R166215eef081452e" /><Relationship Type="http://schemas.openxmlformats.org/officeDocument/2006/relationships/notesMaster" Target="/ppt/notesMasters/notesMaster1.xml" Id="Rfc21fd3388f04028" /><Relationship Type="http://schemas.openxmlformats.org/officeDocument/2006/relationships/presProps" Target="/ppt/presProps.xml" Id="R4070029668ce4f85" /><Relationship Type="http://schemas.openxmlformats.org/officeDocument/2006/relationships/tableStyles" Target="/ppt/tableStyles.xml" Id="R62929fd321854fef" /><Relationship Type="http://schemas.openxmlformats.org/officeDocument/2006/relationships/slide" Target="/ppt/slides/slide1.xml" Id="Rfa1faa1fbbb945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cd1f97d40347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0987e839834f67" /><Relationship Type="http://schemas.openxmlformats.org/officeDocument/2006/relationships/notesMaster" Target="/ppt/notesMasters/notesMaster1.xml" Id="Ra651bff669e248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ba19281b54d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d5fd64bf145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477dc576c49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1975ae19242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4f048e76d14b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61d1593b541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99E9D1-F636-4693-A840-380E6440C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0DE50F-0D8F-4119-95CB-63E8B9D78F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719A1B-42B1-4A66-8989-90DC26073D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E8D812-429B-44EC-B5FB-E6274BFC4E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10415A-912E-4B30-8914-01AE1E6FC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FBBE50-2BF7-4185-A0B1-6C95E78AC3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E6DCC0-BB12-45B9-AA63-F20D3448DC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652053-4AF0-45D1-A238-C76EBDAE86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E714EF-80CA-43D5-BDAB-B4AFC75B0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50D197-9427-4144-A13A-E40B81D8B7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372cf37ae44de7" /><Relationship Type="http://schemas.openxmlformats.org/officeDocument/2006/relationships/slideLayout" Target="/ppt/slideLayouts/slideLayout1.xml" Id="R8b83832a34654104" /><Relationship Type="http://schemas.openxmlformats.org/officeDocument/2006/relationships/slideLayout" Target="/ppt/slideLayouts/slideLayout2.xml" Id="Ra684d2b076304623" /><Relationship Type="http://schemas.openxmlformats.org/officeDocument/2006/relationships/slideLayout" Target="/ppt/slideLayouts/slideLayout3.xml" Id="Rca4232d2539d4078" /><Relationship Type="http://schemas.openxmlformats.org/officeDocument/2006/relationships/slideLayout" Target="/ppt/slideLayouts/slideLayout4.xml" Id="R71bb50e79671466d" /><Relationship Type="http://schemas.openxmlformats.org/officeDocument/2006/relationships/slideLayout" Target="/ppt/slideLayouts/slideLayout5.xml" Id="R04cebd9edd044012" /><Relationship Type="http://schemas.openxmlformats.org/officeDocument/2006/relationships/slideLayout" Target="/ppt/slideLayouts/slideLayout6.xml" Id="R68b215161a1045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83832a34654104"/>
    <p:sldLayoutId xmlns:r="http://schemas.openxmlformats.org/officeDocument/2006/relationships" id="2147483650" r:id="Ra684d2b076304623"/>
    <p:sldLayoutId xmlns:r="http://schemas.openxmlformats.org/officeDocument/2006/relationships" id="2147483651" r:id="Rca4232d2539d4078"/>
    <p:sldLayoutId xmlns:r="http://schemas.openxmlformats.org/officeDocument/2006/relationships" id="2147483652" r:id="R71bb50e79671466d"/>
    <p:sldLayoutId xmlns:r="http://schemas.openxmlformats.org/officeDocument/2006/relationships" id="2147483653" r:id="R04cebd9edd044012"/>
    <p:sldLayoutId xmlns:r="http://schemas.openxmlformats.org/officeDocument/2006/relationships" id="2147483654" r:id="R68b215161a1045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acd62174614047" /><Relationship Type="http://schemas.openxmlformats.org/officeDocument/2006/relationships/notesSlide" Target="/ppt/notesSlides/notesSlide1.xml" Id="R7559eb8abbf24e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6" name="shape-1">
            <a:extLst xmlns:a="http://schemas.openxmlformats.org/drawingml/2006/main">
              <a:ext uri="{FF2B5EF4-FFF2-40B4-BE49-F238E27FC236}">
                <a16:creationId xmlns:a16="http://schemas.microsoft.com/office/drawing/2014/main" id="{87ECC8BE-F36F-4916-BBE4-761E3AFF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213" y="466916"/>
            <a:ext cx="4218623" cy="2712672"/>
          </a:xfrm>
          <a:prstGeom xmlns:a="http://schemas.openxmlformats.org/drawingml/2006/main" prst="roundRect">
            <a:avLst>
              <a:gd name="adj" fmla="val 3617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811">
            <a:solidFill>
              <a:srgbClr val="D8E6F3"/>
            </a:solidFill>
          </a:ln>
        </p:spPr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D2B4CB17-FFAE-4B0C-824F-6A17D03F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212" y="466916"/>
            <a:ext cx="4218623" cy="2712672"/>
          </a:xfrm>
          <a:prstGeom xmlns:a="http://schemas.openxmlformats.org/drawingml/2006/main" prst="roundRect">
            <a:avLst>
              <a:gd name="adj" fmla="val 3617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811">
            <a:solidFill>
              <a:srgbClr val="D8E6F3"/>
            </a:solidFill>
          </a:ln>
        </p:spPr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EF6F1B34-4558-4FF0-A0EA-DA6784A5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641" y="2468309"/>
            <a:ext cx="882968" cy="466011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3F2EE"/>
          </a:solidFill>
          <a:ln xmlns:a="http://schemas.openxmlformats.org/drawingml/2006/main" w="0">
            <a:noFill/>
          </a:ln>
        </p:spPr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8E23958F-AF45-4CB7-A408-565AEF30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561" y="2468309"/>
            <a:ext cx="882968" cy="466011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3F2EE"/>
          </a:solidFill>
          <a:ln xmlns:a="http://schemas.openxmlformats.org/drawingml/2006/main" w="0">
            <a:noFill/>
          </a:ln>
        </p:spPr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08428ADB-AEC8-4300-A023-DEA9253C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40" y="2468309"/>
            <a:ext cx="882968" cy="466011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CEAE3"/>
          </a:solidFill>
          <a:ln xmlns:a="http://schemas.openxmlformats.org/drawingml/2006/main" w="0">
            <a:noFill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42C25BB7-941E-4338-95A4-599BD26B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560" y="2468309"/>
            <a:ext cx="882968" cy="466011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CEAE3"/>
          </a:solidFill>
          <a:ln xmlns:a="http://schemas.openxmlformats.org/drawingml/2006/main" w="0">
            <a:noFill/>
          </a:ln>
        </p:spPr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7D53F2D9-B159-479F-9C75-392BE481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213" y="3792760"/>
            <a:ext cx="2580227" cy="1447086"/>
          </a:xfrm>
          <a:prstGeom xmlns:a="http://schemas.openxmlformats.org/drawingml/2006/main" prst="roundRect">
            <a:avLst>
              <a:gd name="adj" fmla="val 6102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811">
            <a:solidFill>
              <a:srgbClr val="D8E6F3"/>
            </a:solidFill>
          </a:ln>
        </p:spPr>
      </p:sp>
      <p:sp>
        <p:nvSpPr>
          <p:cNvPr id="8" name="shape-8">
            <a:extLst xmlns:a="http://schemas.openxmlformats.org/drawingml/2006/main">
              <a:ext uri="{FF2B5EF4-FFF2-40B4-BE49-F238E27FC236}">
                <a16:creationId xmlns:a16="http://schemas.microsoft.com/office/drawing/2014/main" id="{6FAAB7AD-5D7E-4835-8450-3C300308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088" y="3792760"/>
            <a:ext cx="2536079" cy="1447086"/>
          </a:xfrm>
          <a:prstGeom xmlns:a="http://schemas.openxmlformats.org/drawingml/2006/main" prst="roundRect">
            <a:avLst>
              <a:gd name="adj" fmla="val 6102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811">
            <a:solidFill>
              <a:srgbClr val="D8E6F3"/>
            </a:solidFill>
          </a:ln>
        </p:spPr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3E43F377-F79B-4BDE-AB34-2340416C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719" y="3792760"/>
            <a:ext cx="3208115" cy="1447086"/>
          </a:xfrm>
          <a:prstGeom xmlns:a="http://schemas.openxmlformats.org/drawingml/2006/main" prst="roundRect">
            <a:avLst>
              <a:gd name="adj" fmla="val 6102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811">
            <a:solidFill>
              <a:srgbClr val="D8E6F3"/>
            </a:solidFill>
          </a:ln>
        </p:spPr>
      </p:sp>
      <p:sp>
        <p:nvSpPr>
          <p:cNvPr id="10" name="shape-10">
            <a:extLst xmlns:a="http://schemas.openxmlformats.org/drawingml/2006/main">
              <a:ext uri="{FF2B5EF4-FFF2-40B4-BE49-F238E27FC236}">
                <a16:creationId xmlns:a16="http://schemas.microsoft.com/office/drawing/2014/main" id="{74AD09A2-A0D6-42CE-98B4-3EED95DF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745" y="5445871"/>
            <a:ext cx="3002090" cy="1015413"/>
          </a:xfrm>
          <a:prstGeom xmlns:a="http://schemas.openxmlformats.org/drawingml/2006/main" prst="roundRect">
            <a:avLst>
              <a:gd name="adj" fmla="val 7729"/>
            </a:avLst>
          </a:prstGeom>
          <a:solidFill xmlns:a="http://schemas.openxmlformats.org/drawingml/2006/main">
            <a:srgbClr val="F3F9FE"/>
          </a:solidFill>
          <a:ln xmlns:a="http://schemas.openxmlformats.org/drawingml/2006/main" w="9811">
            <a:solidFill>
              <a:srgbClr val="C7E0F2"/>
            </a:solidFill>
          </a:ln>
        </p:spPr>
      </p:sp>
      <p:sp>
        <p:nvSpPr>
          <p:cNvPr id="11" name="text-A-11">
            <a:extLst xmlns:a="http://schemas.openxmlformats.org/drawingml/2006/main">
              <a:ext uri="{FF2B5EF4-FFF2-40B4-BE49-F238E27FC236}">
                <a16:creationId xmlns:a16="http://schemas.microsoft.com/office/drawing/2014/main" id="{60176369-0AAB-49FF-B2BB-75455340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308" y="220273"/>
            <a:ext cx="343376" cy="20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8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8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pPr>
            <a:r>
              <a:rPr sz="1468" b="1" i="0">
                <a:solidFill>
                  <a:srgbClr val="0B706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text-C=C location isomer A-12">
            <a:extLst xmlns:a="http://schemas.openxmlformats.org/drawingml/2006/main">
              <a:ext uri="{FF2B5EF4-FFF2-40B4-BE49-F238E27FC236}">
                <a16:creationId xmlns:a16="http://schemas.microsoft.com/office/drawing/2014/main" id="{947780F1-DDE7-4E44-B296-D0F0FFE2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9280" y="546383"/>
            <a:ext cx="3188494" cy="164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9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9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pPr>
            <a:r>
              <a:rPr sz="1159" b="1" i="0">
                <a:solidFill>
                  <a:srgbClr val="0B7068"/>
                </a:solidFill>
                <a:latin typeface="Arial"/>
                <a:ea typeface="Arial"/>
                <a:cs typeface="Arial"/>
              </a:rPr>
              <a:t>C=C location isomer A</a:t>
            </a:r>
          </a:p>
        </p:txBody>
      </p:sp>
      <p:sp>
        <p:nvSpPr>
          <p:cNvPr id="13" name="text-C=C location isomer B-13">
            <a:extLst xmlns:a="http://schemas.openxmlformats.org/drawingml/2006/main">
              <a:ext uri="{FF2B5EF4-FFF2-40B4-BE49-F238E27FC236}">
                <a16:creationId xmlns:a16="http://schemas.microsoft.com/office/drawing/2014/main" id="{272D2BCD-E8B8-4450-B314-B37E294D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1279" y="546383"/>
            <a:ext cx="3188494" cy="164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9" b="1" i="0">
                <a:solidFill>
                  <a:srgbClr val="D64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9" b="1" i="0">
                <a:solidFill>
                  <a:srgbClr val="D64F32"/>
                </a:solidFill>
                <a:latin typeface="Arial"/>
                <a:ea typeface="Arial"/>
                <a:cs typeface="Arial"/>
              </a:defRPr>
            </a:pPr>
            <a:r>
              <a:rPr sz="1159" b="1" i="0">
                <a:solidFill>
                  <a:srgbClr val="D64F32"/>
                </a:solidFill>
                <a:latin typeface="Arial"/>
                <a:ea typeface="Arial"/>
                <a:cs typeface="Arial"/>
              </a:rPr>
              <a:t>C=C location isomer B</a:t>
            </a:r>
          </a:p>
        </p:txBody>
      </p:sp>
      <p:sp>
        <p:nvSpPr>
          <p:cNvPr id="14" name="line-14">
            <a:extLst xmlns:a="http://schemas.openxmlformats.org/drawingml/2006/main">
              <a:ext uri="{FF2B5EF4-FFF2-40B4-BE49-F238E27FC236}">
                <a16:creationId xmlns:a16="http://schemas.microsoft.com/office/drawing/2014/main" id="{0343D0E7-E4D3-468C-AE67-79BA445A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015" y="928021"/>
            <a:ext cx="19621" cy="19622"/>
          </a:xfrm>
          <a:custGeom xmlns:a="http://schemas.openxmlformats.org/drawingml/2006/main">
            <a:pathLst>
              <a:path w="19621" h="19622">
                <a:moveTo>
                  <a:pt x="0" y="19622"/>
                </a:moveTo>
                <a:lnTo>
                  <a:pt x="196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5" name="line-15">
            <a:extLst xmlns:a="http://schemas.openxmlformats.org/drawingml/2006/main">
              <a:ext uri="{FF2B5EF4-FFF2-40B4-BE49-F238E27FC236}">
                <a16:creationId xmlns:a16="http://schemas.microsoft.com/office/drawing/2014/main" id="{B054075F-3B55-489A-A97E-95719219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637" y="928021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0"/>
                </a:moveTo>
                <a:lnTo>
                  <a:pt x="19622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6" name="line-16">
            <a:extLst xmlns:a="http://schemas.openxmlformats.org/drawingml/2006/main">
              <a:ext uri="{FF2B5EF4-FFF2-40B4-BE49-F238E27FC236}">
                <a16:creationId xmlns:a16="http://schemas.microsoft.com/office/drawing/2014/main" id="{0F533362-E4C5-44F5-98F1-D961451B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258" y="928021"/>
            <a:ext cx="19621" cy="24527"/>
          </a:xfrm>
          <a:custGeom xmlns:a="http://schemas.openxmlformats.org/drawingml/2006/main">
            <a:pathLst>
              <a:path w="19621" h="24527">
                <a:moveTo>
                  <a:pt x="0" y="24527"/>
                </a:moveTo>
                <a:lnTo>
                  <a:pt x="196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7" name="line-17">
            <a:extLst xmlns:a="http://schemas.openxmlformats.org/drawingml/2006/main">
              <a:ext uri="{FF2B5EF4-FFF2-40B4-BE49-F238E27FC236}">
                <a16:creationId xmlns:a16="http://schemas.microsoft.com/office/drawing/2014/main" id="{5095CB97-6306-4261-BB86-B138E2DE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80" y="928021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0"/>
                </a:moveTo>
                <a:lnTo>
                  <a:pt x="19622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8" name="line-18">
            <a:extLst xmlns:a="http://schemas.openxmlformats.org/drawingml/2006/main">
              <a:ext uri="{FF2B5EF4-FFF2-40B4-BE49-F238E27FC236}">
                <a16:creationId xmlns:a16="http://schemas.microsoft.com/office/drawing/2014/main" id="{D39453F8-40C9-4760-85F8-F0FC0A40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501" y="928021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24527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9" name="line-19">
            <a:extLst xmlns:a="http://schemas.openxmlformats.org/drawingml/2006/main">
              <a:ext uri="{FF2B5EF4-FFF2-40B4-BE49-F238E27FC236}">
                <a16:creationId xmlns:a16="http://schemas.microsoft.com/office/drawing/2014/main" id="{6AE6C3DD-3F82-4F90-8C1B-00A46818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123" y="928021"/>
            <a:ext cx="19622" cy="19622"/>
          </a:xfrm>
          <a:custGeom xmlns:a="http://schemas.openxmlformats.org/drawingml/2006/main">
            <a:pathLst>
              <a:path w="19622" h="19622">
                <a:moveTo>
                  <a:pt x="0" y="0"/>
                </a:moveTo>
                <a:lnTo>
                  <a:pt x="19622" y="19622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20" name="line-20">
            <a:extLst xmlns:a="http://schemas.openxmlformats.org/drawingml/2006/main">
              <a:ext uri="{FF2B5EF4-FFF2-40B4-BE49-F238E27FC236}">
                <a16:creationId xmlns:a16="http://schemas.microsoft.com/office/drawing/2014/main" id="{D036A4BB-9C11-4F3D-82F0-6FEFA205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839" y="883872"/>
            <a:ext cx="112824" cy="63770"/>
          </a:xfrm>
          <a:custGeom xmlns:a="http://schemas.openxmlformats.org/drawingml/2006/main">
            <a:pathLst>
              <a:path w="112824" h="63770">
                <a:moveTo>
                  <a:pt x="0" y="63770"/>
                </a:moveTo>
                <a:lnTo>
                  <a:pt x="1128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0B7068"/>
            </a:solidFill>
            <a:prstDash val="solid"/>
          </a:ln>
        </p:spPr>
      </p:sp>
      <p:sp>
        <p:nvSpPr>
          <p:cNvPr id="21" name="line-21">
            <a:extLst xmlns:a="http://schemas.openxmlformats.org/drawingml/2006/main">
              <a:ext uri="{FF2B5EF4-FFF2-40B4-BE49-F238E27FC236}">
                <a16:creationId xmlns:a16="http://schemas.microsoft.com/office/drawing/2014/main" id="{E57DDB25-6478-4977-8956-143CE1D6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662" y="883872"/>
            <a:ext cx="107918" cy="63770"/>
          </a:xfrm>
          <a:custGeom xmlns:a="http://schemas.openxmlformats.org/drawingml/2006/main">
            <a:pathLst>
              <a:path w="107918" h="63770">
                <a:moveTo>
                  <a:pt x="0" y="0"/>
                </a:moveTo>
                <a:lnTo>
                  <a:pt x="107918" y="63770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0B7068"/>
            </a:solidFill>
            <a:prstDash val="solid"/>
          </a:ln>
        </p:spPr>
      </p:sp>
      <p:sp>
        <p:nvSpPr>
          <p:cNvPr id="22" name="line-22">
            <a:extLst xmlns:a="http://schemas.openxmlformats.org/drawingml/2006/main">
              <a:ext uri="{FF2B5EF4-FFF2-40B4-BE49-F238E27FC236}">
                <a16:creationId xmlns:a16="http://schemas.microsoft.com/office/drawing/2014/main" id="{FB376376-8BFC-418B-B7C8-9D7F6E25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581" y="883872"/>
            <a:ext cx="107918" cy="63770"/>
          </a:xfrm>
          <a:custGeom xmlns:a="http://schemas.openxmlformats.org/drawingml/2006/main">
            <a:pathLst>
              <a:path w="107918" h="63770">
                <a:moveTo>
                  <a:pt x="0" y="63770"/>
                </a:moveTo>
                <a:lnTo>
                  <a:pt x="10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0B7068"/>
            </a:solidFill>
            <a:prstDash val="solid"/>
          </a:ln>
        </p:spPr>
      </p:sp>
      <p:sp>
        <p:nvSpPr>
          <p:cNvPr id="23" name="line-23">
            <a:extLst xmlns:a="http://schemas.openxmlformats.org/drawingml/2006/main">
              <a:ext uri="{FF2B5EF4-FFF2-40B4-BE49-F238E27FC236}">
                <a16:creationId xmlns:a16="http://schemas.microsoft.com/office/drawing/2014/main" id="{D25E9179-C48C-4F93-B801-2D97CFF0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499" y="883872"/>
            <a:ext cx="112824" cy="63770"/>
          </a:xfrm>
          <a:custGeom xmlns:a="http://schemas.openxmlformats.org/drawingml/2006/main">
            <a:pathLst>
              <a:path w="112824" h="63770">
                <a:moveTo>
                  <a:pt x="0" y="0"/>
                </a:moveTo>
                <a:lnTo>
                  <a:pt x="112824" y="63770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0B7068"/>
            </a:solidFill>
            <a:prstDash val="solid"/>
          </a:ln>
        </p:spPr>
      </p:sp>
      <p:sp>
        <p:nvSpPr>
          <p:cNvPr id="24" name="line-24">
            <a:extLst xmlns:a="http://schemas.openxmlformats.org/drawingml/2006/main">
              <a:ext uri="{FF2B5EF4-FFF2-40B4-BE49-F238E27FC236}">
                <a16:creationId xmlns:a16="http://schemas.microsoft.com/office/drawing/2014/main" id="{31E0B9E1-9FD2-4D3B-87D1-6944411A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323" y="883872"/>
            <a:ext cx="107918" cy="63770"/>
          </a:xfrm>
          <a:custGeom xmlns:a="http://schemas.openxmlformats.org/drawingml/2006/main">
            <a:pathLst>
              <a:path w="107918" h="63770">
                <a:moveTo>
                  <a:pt x="0" y="63770"/>
                </a:moveTo>
                <a:lnTo>
                  <a:pt x="10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0B7068"/>
            </a:solidFill>
            <a:prstDash val="solid"/>
          </a:ln>
        </p:spPr>
      </p:sp>
      <p:sp>
        <p:nvSpPr>
          <p:cNvPr id="25" name="line-25">
            <a:extLst xmlns:a="http://schemas.openxmlformats.org/drawingml/2006/main">
              <a:ext uri="{FF2B5EF4-FFF2-40B4-BE49-F238E27FC236}">
                <a16:creationId xmlns:a16="http://schemas.microsoft.com/office/drawing/2014/main" id="{0F8CA9C2-7251-47A5-BD65-BE9F4B93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241" y="883872"/>
            <a:ext cx="107918" cy="44148"/>
          </a:xfrm>
          <a:custGeom xmlns:a="http://schemas.openxmlformats.org/drawingml/2006/main">
            <a:pathLst>
              <a:path w="107918" h="44148">
                <a:moveTo>
                  <a:pt x="0" y="0"/>
                </a:moveTo>
                <a:lnTo>
                  <a:pt x="107918" y="44148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0B7068"/>
            </a:solidFill>
            <a:prstDash val="solid"/>
          </a:ln>
        </p:spPr>
      </p:sp>
      <p:sp>
        <p:nvSpPr>
          <p:cNvPr id="26" name="line-26">
            <a:extLst xmlns:a="http://schemas.openxmlformats.org/drawingml/2006/main">
              <a:ext uri="{FF2B5EF4-FFF2-40B4-BE49-F238E27FC236}">
                <a16:creationId xmlns:a16="http://schemas.microsoft.com/office/drawing/2014/main" id="{E7C7B8ED-39A4-4AAF-A602-4FACF5CD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159" y="928021"/>
            <a:ext cx="78486" cy="112824"/>
          </a:xfrm>
          <a:custGeom xmlns:a="http://schemas.openxmlformats.org/drawingml/2006/main">
            <a:pathLst>
              <a:path w="78486" h="112824">
                <a:moveTo>
                  <a:pt x="0" y="0"/>
                </a:moveTo>
                <a:lnTo>
                  <a:pt x="78486" y="112824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0B7068"/>
            </a:solidFill>
            <a:prstDash val="solid"/>
          </a:ln>
        </p:spPr>
      </p:sp>
      <p:sp>
        <p:nvSpPr>
          <p:cNvPr id="27" name="line-27">
            <a:extLst xmlns:a="http://schemas.openxmlformats.org/drawingml/2006/main">
              <a:ext uri="{FF2B5EF4-FFF2-40B4-BE49-F238E27FC236}">
                <a16:creationId xmlns:a16="http://schemas.microsoft.com/office/drawing/2014/main" id="{B35D6D58-8F8C-4763-BE70-C514178A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645" y="1006507"/>
            <a:ext cx="147161" cy="34338"/>
          </a:xfrm>
          <a:custGeom xmlns:a="http://schemas.openxmlformats.org/drawingml/2006/main">
            <a:pathLst>
              <a:path w="147161" h="34338">
                <a:moveTo>
                  <a:pt x="0" y="34338"/>
                </a:moveTo>
                <a:lnTo>
                  <a:pt x="1471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0B7068"/>
            </a:solidFill>
            <a:prstDash val="solid"/>
          </a:ln>
        </p:spPr>
      </p:sp>
      <p:sp>
        <p:nvSpPr>
          <p:cNvPr id="28" name="line-28">
            <a:extLst xmlns:a="http://schemas.openxmlformats.org/drawingml/2006/main">
              <a:ext uri="{FF2B5EF4-FFF2-40B4-BE49-F238E27FC236}">
                <a16:creationId xmlns:a16="http://schemas.microsoft.com/office/drawing/2014/main" id="{917E7E25-E7FA-4828-A90F-B1E9AAE2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241" y="918210"/>
            <a:ext cx="83391" cy="39243"/>
          </a:xfrm>
          <a:custGeom xmlns:a="http://schemas.openxmlformats.org/drawingml/2006/main">
            <a:pathLst>
              <a:path w="83391" h="39243">
                <a:moveTo>
                  <a:pt x="0" y="0"/>
                </a:moveTo>
                <a:lnTo>
                  <a:pt x="83391" y="39243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B7068"/>
            </a:solidFill>
            <a:prstDash val="solid"/>
          </a:ln>
        </p:spPr>
      </p:sp>
      <p:sp>
        <p:nvSpPr>
          <p:cNvPr id="29" name="shape-29">
            <a:extLst xmlns:a="http://schemas.openxmlformats.org/drawingml/2006/main">
              <a:ext uri="{FF2B5EF4-FFF2-40B4-BE49-F238E27FC236}">
                <a16:creationId xmlns:a16="http://schemas.microsoft.com/office/drawing/2014/main" id="{E8E7DCDA-6425-4D7C-9B3B-F0A82012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806" y="932926"/>
            <a:ext cx="156972" cy="156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0F7"/>
          </a:solidFill>
          <a:ln xmlns:a="http://schemas.openxmlformats.org/drawingml/2006/main" w="10792">
            <a:solidFill>
              <a:srgbClr val="384148"/>
            </a:solidFill>
          </a:ln>
        </p:spPr>
      </p:sp>
      <p:sp>
        <p:nvSpPr>
          <p:cNvPr id="30" name="text-+/−-30">
            <a:extLst xmlns:a="http://schemas.openxmlformats.org/drawingml/2006/main">
              <a:ext uri="{FF2B5EF4-FFF2-40B4-BE49-F238E27FC236}">
                <a16:creationId xmlns:a16="http://schemas.microsoft.com/office/drawing/2014/main" id="{1B1144DA-6FFD-46EB-B9AF-2E01A45D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7448" y="970207"/>
            <a:ext cx="171688" cy="8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79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+/−</a:t>
            </a:r>
          </a:p>
        </p:txBody>
      </p:sp>
      <p:sp>
        <p:nvSpPr>
          <p:cNvPr id="31" name="text-Δm-31">
            <a:extLst xmlns:a="http://schemas.openxmlformats.org/drawingml/2006/main">
              <a:ext uri="{FF2B5EF4-FFF2-40B4-BE49-F238E27FC236}">
                <a16:creationId xmlns:a16="http://schemas.microsoft.com/office/drawing/2014/main" id="{32C71954-043C-48BC-B9AC-AB4E0836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1220" y="703551"/>
            <a:ext cx="121555" cy="11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1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1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11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Δm</a:t>
            </a:r>
          </a:p>
        </p:txBody>
      </p:sp>
      <p:sp>
        <p:nvSpPr>
          <p:cNvPr id="32" name="line-32">
            <a:extLst xmlns:a="http://schemas.openxmlformats.org/drawingml/2006/main">
              <a:ext uri="{FF2B5EF4-FFF2-40B4-BE49-F238E27FC236}">
                <a16:creationId xmlns:a16="http://schemas.microsoft.com/office/drawing/2014/main" id="{B612B160-C6BB-4F15-AF47-A88F453F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014" y="1021223"/>
            <a:ext cx="19622" cy="19622"/>
          </a:xfrm>
          <a:custGeom xmlns:a="http://schemas.openxmlformats.org/drawingml/2006/main">
            <a:pathLst>
              <a:path w="19622" h="19622">
                <a:moveTo>
                  <a:pt x="0" y="19622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33" name="line-33">
            <a:extLst xmlns:a="http://schemas.openxmlformats.org/drawingml/2006/main">
              <a:ext uri="{FF2B5EF4-FFF2-40B4-BE49-F238E27FC236}">
                <a16:creationId xmlns:a16="http://schemas.microsoft.com/office/drawing/2014/main" id="{CEEBC112-09EF-463B-A38C-1439D77C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0635" y="1021223"/>
            <a:ext cx="19621" cy="24527"/>
          </a:xfrm>
          <a:custGeom xmlns:a="http://schemas.openxmlformats.org/drawingml/2006/main">
            <a:pathLst>
              <a:path w="19621" h="24527">
                <a:moveTo>
                  <a:pt x="0" y="0"/>
                </a:moveTo>
                <a:lnTo>
                  <a:pt x="19621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34" name="line-34">
            <a:extLst xmlns:a="http://schemas.openxmlformats.org/drawingml/2006/main">
              <a:ext uri="{FF2B5EF4-FFF2-40B4-BE49-F238E27FC236}">
                <a16:creationId xmlns:a16="http://schemas.microsoft.com/office/drawing/2014/main" id="{E58A00C5-1EE3-42B2-AAC5-89F91FDD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257" y="1021223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24527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35" name="line-35">
            <a:extLst xmlns:a="http://schemas.openxmlformats.org/drawingml/2006/main">
              <a:ext uri="{FF2B5EF4-FFF2-40B4-BE49-F238E27FC236}">
                <a16:creationId xmlns:a16="http://schemas.microsoft.com/office/drawing/2014/main" id="{B4ADEC32-B56C-4A4F-B1E4-A82E1670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878" y="1021223"/>
            <a:ext cx="19621" cy="24527"/>
          </a:xfrm>
          <a:custGeom xmlns:a="http://schemas.openxmlformats.org/drawingml/2006/main">
            <a:pathLst>
              <a:path w="19621" h="24527">
                <a:moveTo>
                  <a:pt x="0" y="0"/>
                </a:moveTo>
                <a:lnTo>
                  <a:pt x="19621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36" name="line-36">
            <a:extLst xmlns:a="http://schemas.openxmlformats.org/drawingml/2006/main">
              <a:ext uri="{FF2B5EF4-FFF2-40B4-BE49-F238E27FC236}">
                <a16:creationId xmlns:a16="http://schemas.microsoft.com/office/drawing/2014/main" id="{51606829-273A-4C7C-B409-7A33CC75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00" y="1021223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24527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37" name="line-37">
            <a:extLst xmlns:a="http://schemas.openxmlformats.org/drawingml/2006/main">
              <a:ext uri="{FF2B5EF4-FFF2-40B4-BE49-F238E27FC236}">
                <a16:creationId xmlns:a16="http://schemas.microsoft.com/office/drawing/2014/main" id="{B73D5924-4014-4BB2-A130-08760FA7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121" y="1021223"/>
            <a:ext cx="19621" cy="19622"/>
          </a:xfrm>
          <a:custGeom xmlns:a="http://schemas.openxmlformats.org/drawingml/2006/main">
            <a:pathLst>
              <a:path w="19621" h="19622">
                <a:moveTo>
                  <a:pt x="0" y="0"/>
                </a:moveTo>
                <a:lnTo>
                  <a:pt x="19621" y="19622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38" name="line-38">
            <a:extLst xmlns:a="http://schemas.openxmlformats.org/drawingml/2006/main">
              <a:ext uri="{FF2B5EF4-FFF2-40B4-BE49-F238E27FC236}">
                <a16:creationId xmlns:a16="http://schemas.microsoft.com/office/drawing/2014/main" id="{6CC19C61-DCBF-4B19-97B6-510B3CBC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743" y="1040844"/>
            <a:ext cx="107918" cy="191"/>
          </a:xfrm>
          <a:custGeom xmlns:a="http://schemas.openxmlformats.org/drawingml/2006/main">
            <a:pathLst>
              <a:path w="107918" h="191">
                <a:moveTo>
                  <a:pt x="0" y="0"/>
                </a:moveTo>
                <a:lnTo>
                  <a:pt x="10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D64F32"/>
            </a:solidFill>
            <a:prstDash val="solid"/>
          </a:ln>
        </p:spPr>
      </p:sp>
      <p:sp>
        <p:nvSpPr>
          <p:cNvPr id="39" name="line-39">
            <a:extLst xmlns:a="http://schemas.openxmlformats.org/drawingml/2006/main">
              <a:ext uri="{FF2B5EF4-FFF2-40B4-BE49-F238E27FC236}">
                <a16:creationId xmlns:a16="http://schemas.microsoft.com/office/drawing/2014/main" id="{7BE0EB08-7EFE-41A8-B3C3-95530E38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661" y="903494"/>
            <a:ext cx="78486" cy="137351"/>
          </a:xfrm>
          <a:custGeom xmlns:a="http://schemas.openxmlformats.org/drawingml/2006/main">
            <a:pathLst>
              <a:path w="78486" h="137351">
                <a:moveTo>
                  <a:pt x="0" y="137351"/>
                </a:moveTo>
                <a:lnTo>
                  <a:pt x="784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D64F32"/>
            </a:solidFill>
            <a:prstDash val="solid"/>
          </a:ln>
        </p:spPr>
      </p:sp>
      <p:sp>
        <p:nvSpPr>
          <p:cNvPr id="40" name="line-40">
            <a:extLst xmlns:a="http://schemas.openxmlformats.org/drawingml/2006/main">
              <a:ext uri="{FF2B5EF4-FFF2-40B4-BE49-F238E27FC236}">
                <a16:creationId xmlns:a16="http://schemas.microsoft.com/office/drawing/2014/main" id="{A9F2D724-8EC9-48B5-ACE4-60483EE5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147" y="869156"/>
            <a:ext cx="132445" cy="34338"/>
          </a:xfrm>
          <a:custGeom xmlns:a="http://schemas.openxmlformats.org/drawingml/2006/main">
            <a:pathLst>
              <a:path w="132445" h="34338">
                <a:moveTo>
                  <a:pt x="0" y="34338"/>
                </a:moveTo>
                <a:lnTo>
                  <a:pt x="1324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D64F32"/>
            </a:solidFill>
            <a:prstDash val="solid"/>
          </a:ln>
        </p:spPr>
      </p:sp>
      <p:sp>
        <p:nvSpPr>
          <p:cNvPr id="41" name="line-41">
            <a:extLst xmlns:a="http://schemas.openxmlformats.org/drawingml/2006/main">
              <a:ext uri="{FF2B5EF4-FFF2-40B4-BE49-F238E27FC236}">
                <a16:creationId xmlns:a16="http://schemas.microsoft.com/office/drawing/2014/main" id="{E332E168-4E66-4833-8538-FEB1F4C5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592" y="869156"/>
            <a:ext cx="122634" cy="78486"/>
          </a:xfrm>
          <a:custGeom xmlns:a="http://schemas.openxmlformats.org/drawingml/2006/main">
            <a:pathLst>
              <a:path w="122634" h="78486">
                <a:moveTo>
                  <a:pt x="0" y="0"/>
                </a:moveTo>
                <a:lnTo>
                  <a:pt x="122634" y="78486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D64F32"/>
            </a:solidFill>
            <a:prstDash val="solid"/>
          </a:ln>
        </p:spPr>
      </p:sp>
      <p:sp>
        <p:nvSpPr>
          <p:cNvPr id="42" name="line-42">
            <a:extLst xmlns:a="http://schemas.openxmlformats.org/drawingml/2006/main">
              <a:ext uri="{FF2B5EF4-FFF2-40B4-BE49-F238E27FC236}">
                <a16:creationId xmlns:a16="http://schemas.microsoft.com/office/drawing/2014/main" id="{9CF087A4-F9F0-40F9-AA06-4DF22F00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227" y="883872"/>
            <a:ext cx="112824" cy="63770"/>
          </a:xfrm>
          <a:custGeom xmlns:a="http://schemas.openxmlformats.org/drawingml/2006/main">
            <a:pathLst>
              <a:path w="112824" h="63770">
                <a:moveTo>
                  <a:pt x="0" y="63770"/>
                </a:moveTo>
                <a:lnTo>
                  <a:pt x="1128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D64F32"/>
            </a:solidFill>
            <a:prstDash val="solid"/>
          </a:ln>
        </p:spPr>
      </p:sp>
      <p:sp>
        <p:nvSpPr>
          <p:cNvPr id="43" name="line-43">
            <a:extLst xmlns:a="http://schemas.openxmlformats.org/drawingml/2006/main">
              <a:ext uri="{FF2B5EF4-FFF2-40B4-BE49-F238E27FC236}">
                <a16:creationId xmlns:a16="http://schemas.microsoft.com/office/drawing/2014/main" id="{C1D9BF73-AEE7-4671-B0D2-8B08ED09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050" y="883872"/>
            <a:ext cx="107918" cy="63770"/>
          </a:xfrm>
          <a:custGeom xmlns:a="http://schemas.openxmlformats.org/drawingml/2006/main">
            <a:pathLst>
              <a:path w="107918" h="63770">
                <a:moveTo>
                  <a:pt x="0" y="0"/>
                </a:moveTo>
                <a:lnTo>
                  <a:pt x="107918" y="63770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D64F32"/>
            </a:solidFill>
            <a:prstDash val="solid"/>
          </a:ln>
        </p:spPr>
      </p:sp>
      <p:sp>
        <p:nvSpPr>
          <p:cNvPr id="44" name="line-44">
            <a:extLst xmlns:a="http://schemas.openxmlformats.org/drawingml/2006/main">
              <a:ext uri="{FF2B5EF4-FFF2-40B4-BE49-F238E27FC236}">
                <a16:creationId xmlns:a16="http://schemas.microsoft.com/office/drawing/2014/main" id="{945D3B9B-146F-4857-85C5-99684FAE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969" y="883872"/>
            <a:ext cx="122634" cy="63770"/>
          </a:xfrm>
          <a:custGeom xmlns:a="http://schemas.openxmlformats.org/drawingml/2006/main">
            <a:pathLst>
              <a:path w="122634" h="63770">
                <a:moveTo>
                  <a:pt x="0" y="63770"/>
                </a:moveTo>
                <a:lnTo>
                  <a:pt x="1226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D64F32"/>
            </a:solidFill>
            <a:prstDash val="solid"/>
          </a:ln>
        </p:spPr>
      </p:sp>
      <p:sp>
        <p:nvSpPr>
          <p:cNvPr id="45" name="line-45">
            <a:extLst xmlns:a="http://schemas.openxmlformats.org/drawingml/2006/main">
              <a:ext uri="{FF2B5EF4-FFF2-40B4-BE49-F238E27FC236}">
                <a16:creationId xmlns:a16="http://schemas.microsoft.com/office/drawing/2014/main" id="{3E99DE49-8AD6-4F9B-8EB8-050E912B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79" y="903494"/>
            <a:ext cx="93202" cy="24527"/>
          </a:xfrm>
          <a:custGeom xmlns:a="http://schemas.openxmlformats.org/drawingml/2006/main">
            <a:pathLst>
              <a:path w="93202" h="24527">
                <a:moveTo>
                  <a:pt x="0" y="24527"/>
                </a:moveTo>
                <a:lnTo>
                  <a:pt x="932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D64F32"/>
            </a:solidFill>
            <a:prstDash val="solid"/>
          </a:ln>
        </p:spPr>
      </p:sp>
      <p:sp>
        <p:nvSpPr>
          <p:cNvPr id="46" name="shape-46">
            <a:extLst xmlns:a="http://schemas.openxmlformats.org/drawingml/2006/main">
              <a:ext uri="{FF2B5EF4-FFF2-40B4-BE49-F238E27FC236}">
                <a16:creationId xmlns:a16="http://schemas.microsoft.com/office/drawing/2014/main" id="{630E7D46-D31F-4BAE-A5FD-F14E7C45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603" y="810292"/>
            <a:ext cx="156972" cy="156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0F7"/>
          </a:solidFill>
          <a:ln xmlns:a="http://schemas.openxmlformats.org/drawingml/2006/main" w="10792">
            <a:solidFill>
              <a:srgbClr val="384148"/>
            </a:solidFill>
          </a:ln>
        </p:spPr>
      </p:sp>
      <p:sp>
        <p:nvSpPr>
          <p:cNvPr id="47" name="text-+/−-47">
            <a:extLst xmlns:a="http://schemas.openxmlformats.org/drawingml/2006/main">
              <a:ext uri="{FF2B5EF4-FFF2-40B4-BE49-F238E27FC236}">
                <a16:creationId xmlns:a16="http://schemas.microsoft.com/office/drawing/2014/main" id="{F2F7F0F7-A88A-4A14-9EED-F221530F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6245" y="847573"/>
            <a:ext cx="171688" cy="8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79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+/−</a:t>
            </a:r>
          </a:p>
        </p:txBody>
      </p:sp>
      <p:sp>
        <p:nvSpPr>
          <p:cNvPr id="48" name="text-Δn-48">
            <a:extLst xmlns:a="http://schemas.openxmlformats.org/drawingml/2006/main">
              <a:ext uri="{FF2B5EF4-FFF2-40B4-BE49-F238E27FC236}">
                <a16:creationId xmlns:a16="http://schemas.microsoft.com/office/drawing/2014/main" id="{ECBB6AE3-95A7-49D7-9399-9023369B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8503" y="703551"/>
            <a:ext cx="121555" cy="11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1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1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11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Δn</a:t>
            </a:r>
          </a:p>
        </p:txBody>
      </p:sp>
      <p:sp>
        <p:nvSpPr>
          <p:cNvPr id="49" name="text-O-49">
            <a:extLst xmlns:a="http://schemas.openxmlformats.org/drawingml/2006/main">
              <a:ext uri="{FF2B5EF4-FFF2-40B4-BE49-F238E27FC236}">
                <a16:creationId xmlns:a16="http://schemas.microsoft.com/office/drawing/2014/main" id="{DFC1CF99-618C-4D88-99BF-998C727A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5056" y="1046927"/>
            <a:ext cx="98108" cy="11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1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1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11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0" name="line-50">
            <a:extLst xmlns:a="http://schemas.openxmlformats.org/drawingml/2006/main">
              <a:ext uri="{FF2B5EF4-FFF2-40B4-BE49-F238E27FC236}">
                <a16:creationId xmlns:a16="http://schemas.microsoft.com/office/drawing/2014/main" id="{0A861EED-9F9E-429B-B4DD-2544CDA0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299" y="1158573"/>
            <a:ext cx="191" cy="93202"/>
          </a:xfrm>
          <a:custGeom xmlns:a="http://schemas.openxmlformats.org/drawingml/2006/main">
            <a:pathLst>
              <a:path w="191" h="93202">
                <a:moveTo>
                  <a:pt x="0" y="0"/>
                </a:moveTo>
                <a:lnTo>
                  <a:pt x="0" y="93202"/>
                </a:lnTo>
              </a:path>
            </a:pathLst>
          </a:custGeom>
          <a:noFill xmlns:a="http://schemas.openxmlformats.org/drawingml/2006/main"/>
          <a:ln xmlns:a="http://schemas.openxmlformats.org/drawingml/2006/main" w="12754">
            <a:solidFill>
              <a:srgbClr val="384148"/>
            </a:solidFill>
            <a:prstDash val="solid"/>
          </a:ln>
        </p:spPr>
      </p:sp>
      <p:sp>
        <p:nvSpPr>
          <p:cNvPr id="51" name="line-51">
            <a:extLst xmlns:a="http://schemas.openxmlformats.org/drawingml/2006/main">
              <a:ext uri="{FF2B5EF4-FFF2-40B4-BE49-F238E27FC236}">
                <a16:creationId xmlns:a16="http://schemas.microsoft.com/office/drawing/2014/main" id="{68B03DFE-324F-4C2C-98EA-6A639D66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921" y="1158573"/>
            <a:ext cx="191" cy="93202"/>
          </a:xfrm>
          <a:custGeom xmlns:a="http://schemas.openxmlformats.org/drawingml/2006/main">
            <a:pathLst>
              <a:path w="191" h="93202">
                <a:moveTo>
                  <a:pt x="0" y="0"/>
                </a:moveTo>
                <a:lnTo>
                  <a:pt x="0" y="93202"/>
                </a:lnTo>
              </a:path>
            </a:pathLst>
          </a:custGeom>
          <a:noFill xmlns:a="http://schemas.openxmlformats.org/drawingml/2006/main"/>
          <a:ln xmlns:a="http://schemas.openxmlformats.org/drawingml/2006/main" w="12754">
            <a:solidFill>
              <a:srgbClr val="384148"/>
            </a:solidFill>
            <a:prstDash val="solid"/>
          </a:ln>
        </p:spPr>
      </p:sp>
      <p:sp>
        <p:nvSpPr>
          <p:cNvPr id="52" name="line-52">
            <a:extLst xmlns:a="http://schemas.openxmlformats.org/drawingml/2006/main">
              <a:ext uri="{FF2B5EF4-FFF2-40B4-BE49-F238E27FC236}">
                <a16:creationId xmlns:a16="http://schemas.microsoft.com/office/drawing/2014/main" id="{B3298C7B-52B2-4613-9F99-2B88ED41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002" y="1251776"/>
            <a:ext cx="98108" cy="58865"/>
          </a:xfrm>
          <a:custGeom xmlns:a="http://schemas.openxmlformats.org/drawingml/2006/main">
            <a:pathLst>
              <a:path w="98108" h="58865">
                <a:moveTo>
                  <a:pt x="98108" y="0"/>
                </a:moveTo>
                <a:lnTo>
                  <a:pt x="0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53" name="line-53">
            <a:extLst xmlns:a="http://schemas.openxmlformats.org/drawingml/2006/main">
              <a:ext uri="{FF2B5EF4-FFF2-40B4-BE49-F238E27FC236}">
                <a16:creationId xmlns:a16="http://schemas.microsoft.com/office/drawing/2014/main" id="{F994CBA5-F1AF-4177-A6F5-BB7D7245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110" y="1251776"/>
            <a:ext cx="93202" cy="58865"/>
          </a:xfrm>
          <a:custGeom xmlns:a="http://schemas.openxmlformats.org/drawingml/2006/main">
            <a:pathLst>
              <a:path w="93202" h="58865">
                <a:moveTo>
                  <a:pt x="0" y="0"/>
                </a:moveTo>
                <a:lnTo>
                  <a:pt x="93202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54" name="text-O-54">
            <a:extLst xmlns:a="http://schemas.openxmlformats.org/drawingml/2006/main">
              <a:ext uri="{FF2B5EF4-FFF2-40B4-BE49-F238E27FC236}">
                <a16:creationId xmlns:a16="http://schemas.microsoft.com/office/drawing/2014/main" id="{534B28C6-1F47-450C-B287-085DA456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055" y="1046927"/>
            <a:ext cx="98108" cy="11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1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1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11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5" name="line-55">
            <a:extLst xmlns:a="http://schemas.openxmlformats.org/drawingml/2006/main">
              <a:ext uri="{FF2B5EF4-FFF2-40B4-BE49-F238E27FC236}">
                <a16:creationId xmlns:a16="http://schemas.microsoft.com/office/drawing/2014/main" id="{7DE20166-9217-40B6-8064-C5EBF3AB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98" y="1158573"/>
            <a:ext cx="191" cy="93202"/>
          </a:xfrm>
          <a:custGeom xmlns:a="http://schemas.openxmlformats.org/drawingml/2006/main">
            <a:pathLst>
              <a:path w="191" h="93202">
                <a:moveTo>
                  <a:pt x="0" y="0"/>
                </a:moveTo>
                <a:lnTo>
                  <a:pt x="0" y="93202"/>
                </a:lnTo>
              </a:path>
            </a:pathLst>
          </a:custGeom>
          <a:noFill xmlns:a="http://schemas.openxmlformats.org/drawingml/2006/main"/>
          <a:ln xmlns:a="http://schemas.openxmlformats.org/drawingml/2006/main" w="12754">
            <a:solidFill>
              <a:srgbClr val="384148"/>
            </a:solidFill>
            <a:prstDash val="solid"/>
          </a:ln>
        </p:spPr>
      </p:sp>
      <p:sp>
        <p:nvSpPr>
          <p:cNvPr id="56" name="line-56">
            <a:extLst xmlns:a="http://schemas.openxmlformats.org/drawingml/2006/main">
              <a:ext uri="{FF2B5EF4-FFF2-40B4-BE49-F238E27FC236}">
                <a16:creationId xmlns:a16="http://schemas.microsoft.com/office/drawing/2014/main" id="{54C6116B-B331-48F9-B276-8F46C5B3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919" y="1158573"/>
            <a:ext cx="191" cy="93202"/>
          </a:xfrm>
          <a:custGeom xmlns:a="http://schemas.openxmlformats.org/drawingml/2006/main">
            <a:pathLst>
              <a:path w="191" h="93202">
                <a:moveTo>
                  <a:pt x="0" y="0"/>
                </a:moveTo>
                <a:lnTo>
                  <a:pt x="0" y="93202"/>
                </a:lnTo>
              </a:path>
            </a:pathLst>
          </a:custGeom>
          <a:noFill xmlns:a="http://schemas.openxmlformats.org/drawingml/2006/main"/>
          <a:ln xmlns:a="http://schemas.openxmlformats.org/drawingml/2006/main" w="12754">
            <a:solidFill>
              <a:srgbClr val="384148"/>
            </a:solidFill>
            <a:prstDash val="solid"/>
          </a:ln>
        </p:spPr>
      </p:sp>
      <p:sp>
        <p:nvSpPr>
          <p:cNvPr id="57" name="line-57">
            <a:extLst xmlns:a="http://schemas.openxmlformats.org/drawingml/2006/main">
              <a:ext uri="{FF2B5EF4-FFF2-40B4-BE49-F238E27FC236}">
                <a16:creationId xmlns:a16="http://schemas.microsoft.com/office/drawing/2014/main" id="{F80E9F35-6974-4DCE-BCAE-16650129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001" y="1251776"/>
            <a:ext cx="98107" cy="58865"/>
          </a:xfrm>
          <a:custGeom xmlns:a="http://schemas.openxmlformats.org/drawingml/2006/main">
            <a:pathLst>
              <a:path w="98107" h="58865">
                <a:moveTo>
                  <a:pt x="98107" y="0"/>
                </a:moveTo>
                <a:lnTo>
                  <a:pt x="0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58" name="line-58">
            <a:extLst xmlns:a="http://schemas.openxmlformats.org/drawingml/2006/main">
              <a:ext uri="{FF2B5EF4-FFF2-40B4-BE49-F238E27FC236}">
                <a16:creationId xmlns:a16="http://schemas.microsoft.com/office/drawing/2014/main" id="{4CF62E7C-5149-46DD-9C50-FC9D9BA5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109" y="1251776"/>
            <a:ext cx="93202" cy="58865"/>
          </a:xfrm>
          <a:custGeom xmlns:a="http://schemas.openxmlformats.org/drawingml/2006/main">
            <a:pathLst>
              <a:path w="93202" h="58865">
                <a:moveTo>
                  <a:pt x="0" y="0"/>
                </a:moveTo>
                <a:lnTo>
                  <a:pt x="93202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59" name="text-PB reaction-59">
            <a:extLst xmlns:a="http://schemas.openxmlformats.org/drawingml/2006/main">
              <a:ext uri="{FF2B5EF4-FFF2-40B4-BE49-F238E27FC236}">
                <a16:creationId xmlns:a16="http://schemas.microsoft.com/office/drawing/2014/main" id="{1046B895-9F86-4CC3-9C9A-B24DDB54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3807" y="1166814"/>
            <a:ext cx="1128236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PB reaction</a:t>
            </a:r>
          </a:p>
        </p:txBody>
      </p:sp>
      <p:sp>
        <p:nvSpPr>
          <p:cNvPr id="60" name="text-+58 Da-60">
            <a:extLst xmlns:a="http://schemas.openxmlformats.org/drawingml/2006/main">
              <a:ext uri="{FF2B5EF4-FFF2-40B4-BE49-F238E27FC236}">
                <a16:creationId xmlns:a16="http://schemas.microsoft.com/office/drawing/2014/main" id="{A55EC4B5-0BAE-4D60-872E-A79EB263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3807" y="1316134"/>
            <a:ext cx="882968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88" b="1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+58 Da</a:t>
            </a:r>
          </a:p>
        </p:txBody>
      </p:sp>
      <p:sp>
        <p:nvSpPr>
          <p:cNvPr id="61" name="line-61">
            <a:extLst xmlns:a="http://schemas.openxmlformats.org/drawingml/2006/main">
              <a:ext uri="{FF2B5EF4-FFF2-40B4-BE49-F238E27FC236}">
                <a16:creationId xmlns:a16="http://schemas.microsoft.com/office/drawing/2014/main" id="{7C1F926E-72B9-4F5C-B04C-2FAAE97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566" y="1138952"/>
            <a:ext cx="191" cy="318849"/>
          </a:xfrm>
          <a:custGeom xmlns:a="http://schemas.openxmlformats.org/drawingml/2006/main">
            <a:pathLst>
              <a:path w="191" h="318849">
                <a:moveTo>
                  <a:pt x="0" y="0"/>
                </a:moveTo>
                <a:lnTo>
                  <a:pt x="0" y="318849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62" name="text-hν-62">
            <a:extLst xmlns:a="http://schemas.openxmlformats.org/drawingml/2006/main">
              <a:ext uri="{FF2B5EF4-FFF2-40B4-BE49-F238E27FC236}">
                <a16:creationId xmlns:a16="http://schemas.microsoft.com/office/drawing/2014/main" id="{55D29961-32C8-452E-B581-0263EB8D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7436" y="1138363"/>
            <a:ext cx="156285" cy="148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43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43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1043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hν</a:t>
            </a:r>
          </a:p>
        </p:txBody>
      </p:sp>
      <p:sp>
        <p:nvSpPr>
          <p:cNvPr id="63" name="line-63">
            <a:extLst xmlns:a="http://schemas.openxmlformats.org/drawingml/2006/main">
              <a:ext uri="{FF2B5EF4-FFF2-40B4-BE49-F238E27FC236}">
                <a16:creationId xmlns:a16="http://schemas.microsoft.com/office/drawing/2014/main" id="{39CABE32-6967-480B-84BC-A57ECC32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017" y="1457801"/>
            <a:ext cx="2030825" cy="191"/>
          </a:xfrm>
          <a:custGeom xmlns:a="http://schemas.openxmlformats.org/drawingml/2006/main">
            <a:pathLst>
              <a:path w="2030825" h="191">
                <a:moveTo>
                  <a:pt x="0" y="0"/>
                </a:moveTo>
                <a:lnTo>
                  <a:pt x="2030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64" name="line-64">
            <a:extLst xmlns:a="http://schemas.openxmlformats.org/drawingml/2006/main">
              <a:ext uri="{FF2B5EF4-FFF2-40B4-BE49-F238E27FC236}">
                <a16:creationId xmlns:a16="http://schemas.microsoft.com/office/drawing/2014/main" id="{57803509-C3A3-4755-8380-8D162975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017" y="1457801"/>
            <a:ext cx="191" cy="147161"/>
          </a:xfrm>
          <a:custGeom xmlns:a="http://schemas.openxmlformats.org/drawingml/2006/main">
            <a:pathLst>
              <a:path w="191" h="147161">
                <a:moveTo>
                  <a:pt x="0" y="0"/>
                </a:moveTo>
                <a:lnTo>
                  <a:pt x="0" y="147161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65" name="arrowhead-65">
            <a:extLst xmlns:a="http://schemas.openxmlformats.org/drawingml/2006/main">
              <a:ext uri="{FF2B5EF4-FFF2-40B4-BE49-F238E27FC236}">
                <a16:creationId xmlns:a16="http://schemas.microsoft.com/office/drawing/2014/main" id="{6B0A6BD7-225A-4A17-A111-E0C768A6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740" y="1536287"/>
            <a:ext cx="64555" cy="68675"/>
          </a:xfrm>
          <a:custGeom xmlns:a="http://schemas.openxmlformats.org/drawingml/2006/main">
            <a:pathLst>
              <a:path w="64555" h="68675">
                <a:moveTo>
                  <a:pt x="32277" y="68675"/>
                </a:moveTo>
                <a:lnTo>
                  <a:pt x="0" y="0"/>
                </a:lnTo>
                <a:lnTo>
                  <a:pt x="64555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66" name="line-66">
            <a:extLst xmlns:a="http://schemas.openxmlformats.org/drawingml/2006/main">
              <a:ext uri="{FF2B5EF4-FFF2-40B4-BE49-F238E27FC236}">
                <a16:creationId xmlns:a16="http://schemas.microsoft.com/office/drawing/2014/main" id="{A2A96A7B-9D43-4B06-B801-CB48CA55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843" y="1457801"/>
            <a:ext cx="191" cy="147161"/>
          </a:xfrm>
          <a:custGeom xmlns:a="http://schemas.openxmlformats.org/drawingml/2006/main">
            <a:pathLst>
              <a:path w="191" h="147161">
                <a:moveTo>
                  <a:pt x="0" y="0"/>
                </a:moveTo>
                <a:lnTo>
                  <a:pt x="0" y="147161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67" name="arrowhead-67">
            <a:extLst xmlns:a="http://schemas.openxmlformats.org/drawingml/2006/main">
              <a:ext uri="{FF2B5EF4-FFF2-40B4-BE49-F238E27FC236}">
                <a16:creationId xmlns:a16="http://schemas.microsoft.com/office/drawing/2014/main" id="{0EAC8414-9E39-4462-A975-1E660BA7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565" y="1536287"/>
            <a:ext cx="64555" cy="68675"/>
          </a:xfrm>
          <a:custGeom xmlns:a="http://schemas.openxmlformats.org/drawingml/2006/main">
            <a:pathLst>
              <a:path w="64555" h="68675">
                <a:moveTo>
                  <a:pt x="32277" y="68675"/>
                </a:moveTo>
                <a:lnTo>
                  <a:pt x="0" y="0"/>
                </a:lnTo>
                <a:lnTo>
                  <a:pt x="64555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68" name="text-PB reaction-68">
            <a:extLst xmlns:a="http://schemas.openxmlformats.org/drawingml/2006/main">
              <a:ext uri="{FF2B5EF4-FFF2-40B4-BE49-F238E27FC236}">
                <a16:creationId xmlns:a16="http://schemas.microsoft.com/office/drawing/2014/main" id="{3C9C6683-8A30-4FB0-A2E4-84BE656E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5806" y="1166814"/>
            <a:ext cx="1128236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PB reaction</a:t>
            </a:r>
          </a:p>
        </p:txBody>
      </p:sp>
      <p:sp>
        <p:nvSpPr>
          <p:cNvPr id="69" name="text-+58 Da-69">
            <a:extLst xmlns:a="http://schemas.openxmlformats.org/drawingml/2006/main">
              <a:ext uri="{FF2B5EF4-FFF2-40B4-BE49-F238E27FC236}">
                <a16:creationId xmlns:a16="http://schemas.microsoft.com/office/drawing/2014/main" id="{10885373-AA70-4457-B4CE-FF5F4D76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5806" y="1316134"/>
            <a:ext cx="882968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88" b="1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+58 Da</a:t>
            </a:r>
          </a:p>
        </p:txBody>
      </p:sp>
      <p:sp>
        <p:nvSpPr>
          <p:cNvPr id="70" name="line-70">
            <a:extLst xmlns:a="http://schemas.openxmlformats.org/drawingml/2006/main">
              <a:ext uri="{FF2B5EF4-FFF2-40B4-BE49-F238E27FC236}">
                <a16:creationId xmlns:a16="http://schemas.microsoft.com/office/drawing/2014/main" id="{FCF21169-FD76-41C2-A462-D8A294BB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564" y="1138952"/>
            <a:ext cx="191" cy="318849"/>
          </a:xfrm>
          <a:custGeom xmlns:a="http://schemas.openxmlformats.org/drawingml/2006/main">
            <a:pathLst>
              <a:path w="191" h="318849">
                <a:moveTo>
                  <a:pt x="0" y="0"/>
                </a:moveTo>
                <a:lnTo>
                  <a:pt x="0" y="318849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71" name="text-hν-71">
            <a:extLst xmlns:a="http://schemas.openxmlformats.org/drawingml/2006/main">
              <a:ext uri="{FF2B5EF4-FFF2-40B4-BE49-F238E27FC236}">
                <a16:creationId xmlns:a16="http://schemas.microsoft.com/office/drawing/2014/main" id="{743E2AAF-EBB3-45DB-8CC4-497CC806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9435" y="1138363"/>
            <a:ext cx="156285" cy="148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43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43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1043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hν</a:t>
            </a:r>
          </a:p>
        </p:txBody>
      </p:sp>
      <p:sp>
        <p:nvSpPr>
          <p:cNvPr id="72" name="line-72">
            <a:extLst xmlns:a="http://schemas.openxmlformats.org/drawingml/2006/main">
              <a:ext uri="{FF2B5EF4-FFF2-40B4-BE49-F238E27FC236}">
                <a16:creationId xmlns:a16="http://schemas.microsoft.com/office/drawing/2014/main" id="{B803045B-51D0-4478-9653-F3F6E186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016" y="1457801"/>
            <a:ext cx="2030825" cy="191"/>
          </a:xfrm>
          <a:custGeom xmlns:a="http://schemas.openxmlformats.org/drawingml/2006/main">
            <a:pathLst>
              <a:path w="2030825" h="191">
                <a:moveTo>
                  <a:pt x="0" y="0"/>
                </a:moveTo>
                <a:lnTo>
                  <a:pt x="2030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73" name="line-73">
            <a:extLst xmlns:a="http://schemas.openxmlformats.org/drawingml/2006/main">
              <a:ext uri="{FF2B5EF4-FFF2-40B4-BE49-F238E27FC236}">
                <a16:creationId xmlns:a16="http://schemas.microsoft.com/office/drawing/2014/main" id="{D4DD7238-1506-4413-9C13-714511F3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016" y="1457801"/>
            <a:ext cx="191" cy="147161"/>
          </a:xfrm>
          <a:custGeom xmlns:a="http://schemas.openxmlformats.org/drawingml/2006/main">
            <a:pathLst>
              <a:path w="191" h="147161">
                <a:moveTo>
                  <a:pt x="0" y="0"/>
                </a:moveTo>
                <a:lnTo>
                  <a:pt x="0" y="147161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74" name="arrowhead-74">
            <a:extLst xmlns:a="http://schemas.openxmlformats.org/drawingml/2006/main">
              <a:ext uri="{FF2B5EF4-FFF2-40B4-BE49-F238E27FC236}">
                <a16:creationId xmlns:a16="http://schemas.microsoft.com/office/drawing/2014/main" id="{A29F3E9B-5913-472E-A3F2-7987B297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5739" y="1536287"/>
            <a:ext cx="64555" cy="68675"/>
          </a:xfrm>
          <a:custGeom xmlns:a="http://schemas.openxmlformats.org/drawingml/2006/main">
            <a:pathLst>
              <a:path w="64555" h="68675">
                <a:moveTo>
                  <a:pt x="32277" y="68675"/>
                </a:moveTo>
                <a:lnTo>
                  <a:pt x="0" y="0"/>
                </a:lnTo>
                <a:lnTo>
                  <a:pt x="64555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75" name="line-75">
            <a:extLst xmlns:a="http://schemas.openxmlformats.org/drawingml/2006/main">
              <a:ext uri="{FF2B5EF4-FFF2-40B4-BE49-F238E27FC236}">
                <a16:creationId xmlns:a16="http://schemas.microsoft.com/office/drawing/2014/main" id="{7FA25FFF-B374-41DC-B710-A3940AB8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841" y="1457801"/>
            <a:ext cx="191" cy="147161"/>
          </a:xfrm>
          <a:custGeom xmlns:a="http://schemas.openxmlformats.org/drawingml/2006/main">
            <a:pathLst>
              <a:path w="191" h="147161">
                <a:moveTo>
                  <a:pt x="0" y="0"/>
                </a:moveTo>
                <a:lnTo>
                  <a:pt x="0" y="147161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76" name="arrowhead-76">
            <a:extLst xmlns:a="http://schemas.openxmlformats.org/drawingml/2006/main">
              <a:ext uri="{FF2B5EF4-FFF2-40B4-BE49-F238E27FC236}">
                <a16:creationId xmlns:a16="http://schemas.microsoft.com/office/drawing/2014/main" id="{17687464-C219-48E0-81D7-1A4ECC30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564" y="1536287"/>
            <a:ext cx="64555" cy="68675"/>
          </a:xfrm>
          <a:custGeom xmlns:a="http://schemas.openxmlformats.org/drawingml/2006/main">
            <a:pathLst>
              <a:path w="64555" h="68675">
                <a:moveTo>
                  <a:pt x="32277" y="68675"/>
                </a:moveTo>
                <a:lnTo>
                  <a:pt x="0" y="0"/>
                </a:lnTo>
                <a:lnTo>
                  <a:pt x="64555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77" name="line-77">
            <a:extLst xmlns:a="http://schemas.openxmlformats.org/drawingml/2006/main">
              <a:ext uri="{FF2B5EF4-FFF2-40B4-BE49-F238E27FC236}">
                <a16:creationId xmlns:a16="http://schemas.microsoft.com/office/drawing/2014/main" id="{56282EF7-3B61-4880-A335-2B1F159E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319" y="1953244"/>
            <a:ext cx="19622" cy="19622"/>
          </a:xfrm>
          <a:custGeom xmlns:a="http://schemas.openxmlformats.org/drawingml/2006/main">
            <a:pathLst>
              <a:path w="19622" h="19622">
                <a:moveTo>
                  <a:pt x="0" y="19622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78" name="line-78">
            <a:extLst xmlns:a="http://schemas.openxmlformats.org/drawingml/2006/main">
              <a:ext uri="{FF2B5EF4-FFF2-40B4-BE49-F238E27FC236}">
                <a16:creationId xmlns:a16="http://schemas.microsoft.com/office/drawing/2014/main" id="{66FB39E2-EE3D-45DC-82B6-D24263C9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940" y="1953244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0"/>
                </a:moveTo>
                <a:lnTo>
                  <a:pt x="19622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79" name="line-79">
            <a:extLst xmlns:a="http://schemas.openxmlformats.org/drawingml/2006/main">
              <a:ext uri="{FF2B5EF4-FFF2-40B4-BE49-F238E27FC236}">
                <a16:creationId xmlns:a16="http://schemas.microsoft.com/office/drawing/2014/main" id="{A5FC146E-C664-403D-A049-702B2CBF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562" y="1953244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24527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80" name="line-80">
            <a:extLst xmlns:a="http://schemas.openxmlformats.org/drawingml/2006/main">
              <a:ext uri="{FF2B5EF4-FFF2-40B4-BE49-F238E27FC236}">
                <a16:creationId xmlns:a16="http://schemas.microsoft.com/office/drawing/2014/main" id="{FF849E11-D625-457B-ABCE-808542E6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183" y="1953244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0"/>
                </a:moveTo>
                <a:lnTo>
                  <a:pt x="19622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81" name="line-81">
            <a:extLst xmlns:a="http://schemas.openxmlformats.org/drawingml/2006/main">
              <a:ext uri="{FF2B5EF4-FFF2-40B4-BE49-F238E27FC236}">
                <a16:creationId xmlns:a16="http://schemas.microsoft.com/office/drawing/2014/main" id="{B8EB183C-17AC-441D-ABF4-354E5C19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805" y="1953244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24527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82" name="line-82">
            <a:extLst xmlns:a="http://schemas.openxmlformats.org/drawingml/2006/main">
              <a:ext uri="{FF2B5EF4-FFF2-40B4-BE49-F238E27FC236}">
                <a16:creationId xmlns:a16="http://schemas.microsoft.com/office/drawing/2014/main" id="{F74BA223-F0D7-4668-84AC-FE1DD75D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426" y="1953244"/>
            <a:ext cx="19622" cy="19622"/>
          </a:xfrm>
          <a:custGeom xmlns:a="http://schemas.openxmlformats.org/drawingml/2006/main">
            <a:pathLst>
              <a:path w="19622" h="19622">
                <a:moveTo>
                  <a:pt x="0" y="0"/>
                </a:moveTo>
                <a:lnTo>
                  <a:pt x="19622" y="19622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83" name="line-83">
            <a:extLst xmlns:a="http://schemas.openxmlformats.org/drawingml/2006/main">
              <a:ext uri="{FF2B5EF4-FFF2-40B4-BE49-F238E27FC236}">
                <a16:creationId xmlns:a16="http://schemas.microsoft.com/office/drawing/2014/main" id="{9A91D458-B2E2-4081-936C-4FCFA7A0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48" y="1918907"/>
            <a:ext cx="88297" cy="53959"/>
          </a:xfrm>
          <a:custGeom xmlns:a="http://schemas.openxmlformats.org/drawingml/2006/main">
            <a:pathLst>
              <a:path w="88297" h="53959">
                <a:moveTo>
                  <a:pt x="0" y="53959"/>
                </a:moveTo>
                <a:lnTo>
                  <a:pt x="882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84" name="line-84">
            <a:extLst xmlns:a="http://schemas.openxmlformats.org/drawingml/2006/main">
              <a:ext uri="{FF2B5EF4-FFF2-40B4-BE49-F238E27FC236}">
                <a16:creationId xmlns:a16="http://schemas.microsoft.com/office/drawing/2014/main" id="{FB3035DC-8F57-4971-B673-FD003E61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344" y="1918907"/>
            <a:ext cx="103013" cy="58865"/>
          </a:xfrm>
          <a:custGeom xmlns:a="http://schemas.openxmlformats.org/drawingml/2006/main">
            <a:pathLst>
              <a:path w="103013" h="58865">
                <a:moveTo>
                  <a:pt x="0" y="0"/>
                </a:moveTo>
                <a:lnTo>
                  <a:pt x="103013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85" name="line-85">
            <a:extLst xmlns:a="http://schemas.openxmlformats.org/drawingml/2006/main">
              <a:ext uri="{FF2B5EF4-FFF2-40B4-BE49-F238E27FC236}">
                <a16:creationId xmlns:a16="http://schemas.microsoft.com/office/drawing/2014/main" id="{3ACF891D-21F7-4C6B-8F9C-78466E30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357" y="1918907"/>
            <a:ext cx="98107" cy="58865"/>
          </a:xfrm>
          <a:custGeom xmlns:a="http://schemas.openxmlformats.org/drawingml/2006/main">
            <a:pathLst>
              <a:path w="98107" h="58865">
                <a:moveTo>
                  <a:pt x="0" y="58865"/>
                </a:moveTo>
                <a:lnTo>
                  <a:pt x="981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86" name="line-86">
            <a:extLst xmlns:a="http://schemas.openxmlformats.org/drawingml/2006/main">
              <a:ext uri="{FF2B5EF4-FFF2-40B4-BE49-F238E27FC236}">
                <a16:creationId xmlns:a16="http://schemas.microsoft.com/office/drawing/2014/main" id="{D7DDADBF-B118-47FB-88B6-CB222860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465" y="1918907"/>
            <a:ext cx="103013" cy="58865"/>
          </a:xfrm>
          <a:custGeom xmlns:a="http://schemas.openxmlformats.org/drawingml/2006/main">
            <a:pathLst>
              <a:path w="103013" h="58865">
                <a:moveTo>
                  <a:pt x="0" y="0"/>
                </a:moveTo>
                <a:lnTo>
                  <a:pt x="103013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87" name="line-87">
            <a:extLst xmlns:a="http://schemas.openxmlformats.org/drawingml/2006/main">
              <a:ext uri="{FF2B5EF4-FFF2-40B4-BE49-F238E27FC236}">
                <a16:creationId xmlns:a16="http://schemas.microsoft.com/office/drawing/2014/main" id="{54AEB646-7DE8-43C3-8496-A5929174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478" y="1918907"/>
            <a:ext cx="103013" cy="58865"/>
          </a:xfrm>
          <a:custGeom xmlns:a="http://schemas.openxmlformats.org/drawingml/2006/main">
            <a:pathLst>
              <a:path w="103013" h="58865">
                <a:moveTo>
                  <a:pt x="0" y="58865"/>
                </a:moveTo>
                <a:lnTo>
                  <a:pt x="103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88" name="line-88">
            <a:extLst xmlns:a="http://schemas.openxmlformats.org/drawingml/2006/main">
              <a:ext uri="{FF2B5EF4-FFF2-40B4-BE49-F238E27FC236}">
                <a16:creationId xmlns:a16="http://schemas.microsoft.com/office/drawing/2014/main" id="{FDFB4A93-388B-4A3C-95E4-CBA58A2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491" y="1918907"/>
            <a:ext cx="127540" cy="24527"/>
          </a:xfrm>
          <a:custGeom xmlns:a="http://schemas.openxmlformats.org/drawingml/2006/main">
            <a:pathLst>
              <a:path w="127540" h="24527">
                <a:moveTo>
                  <a:pt x="0" y="0"/>
                </a:moveTo>
                <a:lnTo>
                  <a:pt x="127540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89" name="line-89">
            <a:extLst xmlns:a="http://schemas.openxmlformats.org/drawingml/2006/main">
              <a:ext uri="{FF2B5EF4-FFF2-40B4-BE49-F238E27FC236}">
                <a16:creationId xmlns:a16="http://schemas.microsoft.com/office/drawing/2014/main" id="{A27697F7-F217-47E9-9F98-089AA801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030" y="1825704"/>
            <a:ext cx="19622" cy="117729"/>
          </a:xfrm>
          <a:custGeom xmlns:a="http://schemas.openxmlformats.org/drawingml/2006/main">
            <a:pathLst>
              <a:path w="19622" h="117729">
                <a:moveTo>
                  <a:pt x="0" y="117729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90" name="line-90">
            <a:extLst xmlns:a="http://schemas.openxmlformats.org/drawingml/2006/main">
              <a:ext uri="{FF2B5EF4-FFF2-40B4-BE49-F238E27FC236}">
                <a16:creationId xmlns:a16="http://schemas.microsoft.com/office/drawing/2014/main" id="{F3E2801C-85C6-455F-9912-E8A16BA1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491" y="1761935"/>
            <a:ext cx="53959" cy="156972"/>
          </a:xfrm>
          <a:custGeom xmlns:a="http://schemas.openxmlformats.org/drawingml/2006/main">
            <a:pathLst>
              <a:path w="53959" h="156972">
                <a:moveTo>
                  <a:pt x="0" y="156972"/>
                </a:moveTo>
                <a:lnTo>
                  <a:pt x="53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91" name="line-91">
            <a:extLst xmlns:a="http://schemas.openxmlformats.org/drawingml/2006/main">
              <a:ext uri="{FF2B5EF4-FFF2-40B4-BE49-F238E27FC236}">
                <a16:creationId xmlns:a16="http://schemas.microsoft.com/office/drawing/2014/main" id="{CE893BB9-CFB5-4A00-8349-F85742B2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450" y="1761935"/>
            <a:ext cx="58865" cy="14716"/>
          </a:xfrm>
          <a:custGeom xmlns:a="http://schemas.openxmlformats.org/drawingml/2006/main">
            <a:pathLst>
              <a:path w="58865" h="14716">
                <a:moveTo>
                  <a:pt x="0" y="0"/>
                </a:moveTo>
                <a:lnTo>
                  <a:pt x="58865" y="14716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92" name="text-O-92">
            <a:extLst xmlns:a="http://schemas.openxmlformats.org/drawingml/2006/main">
              <a:ext uri="{FF2B5EF4-FFF2-40B4-BE49-F238E27FC236}">
                <a16:creationId xmlns:a16="http://schemas.microsoft.com/office/drawing/2014/main" id="{55DEE0AB-027C-4C51-82AF-A37581A5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4503" y="1733680"/>
            <a:ext cx="98108" cy="11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1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1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11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93" name="line-93">
            <a:extLst xmlns:a="http://schemas.openxmlformats.org/drawingml/2006/main">
              <a:ext uri="{FF2B5EF4-FFF2-40B4-BE49-F238E27FC236}">
                <a16:creationId xmlns:a16="http://schemas.microsoft.com/office/drawing/2014/main" id="{D01F6B9C-6532-45EA-B170-C5E4B8E9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030" y="1943433"/>
            <a:ext cx="83391" cy="98108"/>
          </a:xfrm>
          <a:custGeom xmlns:a="http://schemas.openxmlformats.org/drawingml/2006/main">
            <a:pathLst>
              <a:path w="83391" h="98108">
                <a:moveTo>
                  <a:pt x="0" y="0"/>
                </a:moveTo>
                <a:lnTo>
                  <a:pt x="83391" y="98108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94" name="line-94">
            <a:extLst xmlns:a="http://schemas.openxmlformats.org/drawingml/2006/main">
              <a:ext uri="{FF2B5EF4-FFF2-40B4-BE49-F238E27FC236}">
                <a16:creationId xmlns:a16="http://schemas.microsoft.com/office/drawing/2014/main" id="{F5435A04-5FDD-454C-BD31-7C690DEE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422" y="2041541"/>
            <a:ext cx="161877" cy="191"/>
          </a:xfrm>
          <a:custGeom xmlns:a="http://schemas.openxmlformats.org/drawingml/2006/main">
            <a:pathLst>
              <a:path w="161877" h="191">
                <a:moveTo>
                  <a:pt x="0" y="0"/>
                </a:moveTo>
                <a:lnTo>
                  <a:pt x="1618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95" name="shape-95">
            <a:extLst xmlns:a="http://schemas.openxmlformats.org/drawingml/2006/main">
              <a:ext uri="{FF2B5EF4-FFF2-40B4-BE49-F238E27FC236}">
                <a16:creationId xmlns:a16="http://schemas.microsoft.com/office/drawing/2014/main" id="{53859B74-F634-4301-9EA6-4B565123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299" y="1967960"/>
            <a:ext cx="147161" cy="147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0F7"/>
          </a:solidFill>
          <a:ln xmlns:a="http://schemas.openxmlformats.org/drawingml/2006/main" w="10792">
            <a:solidFill>
              <a:srgbClr val="384148"/>
            </a:solidFill>
          </a:ln>
        </p:spPr>
      </p:sp>
      <p:sp>
        <p:nvSpPr>
          <p:cNvPr id="96" name="text-+/−-96">
            <a:extLst xmlns:a="http://schemas.openxmlformats.org/drawingml/2006/main">
              <a:ext uri="{FF2B5EF4-FFF2-40B4-BE49-F238E27FC236}">
                <a16:creationId xmlns:a16="http://schemas.microsoft.com/office/drawing/2014/main" id="{374A7BD5-0090-4520-BBE2-03BAE1DF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2036" y="2000336"/>
            <a:ext cx="171688" cy="8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79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+/−</a:t>
            </a:r>
          </a:p>
        </p:txBody>
      </p:sp>
      <p:sp>
        <p:nvSpPr>
          <p:cNvPr id="97" name="line-97">
            <a:extLst xmlns:a="http://schemas.openxmlformats.org/drawingml/2006/main">
              <a:ext uri="{FF2B5EF4-FFF2-40B4-BE49-F238E27FC236}">
                <a16:creationId xmlns:a16="http://schemas.microsoft.com/office/drawing/2014/main" id="{2D04D44D-706E-4741-95A6-D8B6F226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058" y="1649111"/>
            <a:ext cx="83391" cy="112824"/>
          </a:xfrm>
          <a:custGeom xmlns:a="http://schemas.openxmlformats.org/drawingml/2006/main">
            <a:pathLst>
              <a:path w="83391" h="112824">
                <a:moveTo>
                  <a:pt x="83391" y="1128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384148"/>
            </a:solidFill>
            <a:prstDash val="solid"/>
          </a:ln>
        </p:spPr>
      </p:sp>
      <p:sp>
        <p:nvSpPr>
          <p:cNvPr id="98" name="line-98">
            <a:extLst xmlns:a="http://schemas.openxmlformats.org/drawingml/2006/main">
              <a:ext uri="{FF2B5EF4-FFF2-40B4-BE49-F238E27FC236}">
                <a16:creationId xmlns:a16="http://schemas.microsoft.com/office/drawing/2014/main" id="{AC1661F3-00BF-4BA6-85F8-1F99824D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450" y="1619679"/>
            <a:ext cx="29432" cy="142256"/>
          </a:xfrm>
          <a:custGeom xmlns:a="http://schemas.openxmlformats.org/drawingml/2006/main">
            <a:pathLst>
              <a:path w="29432" h="142256">
                <a:moveTo>
                  <a:pt x="0" y="142256"/>
                </a:moveTo>
                <a:lnTo>
                  <a:pt x="294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384148"/>
            </a:solidFill>
            <a:prstDash val="solid"/>
          </a:ln>
        </p:spPr>
      </p:sp>
      <p:sp>
        <p:nvSpPr>
          <p:cNvPr id="99" name="line-99">
            <a:extLst xmlns:a="http://schemas.openxmlformats.org/drawingml/2006/main">
              <a:ext uri="{FF2B5EF4-FFF2-40B4-BE49-F238E27FC236}">
                <a16:creationId xmlns:a16="http://schemas.microsoft.com/office/drawing/2014/main" id="{45D242FF-F67A-48DD-A895-7505134C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301" y="1668732"/>
            <a:ext cx="78486" cy="328660"/>
          </a:xfrm>
          <a:custGeom xmlns:a="http://schemas.openxmlformats.org/drawingml/2006/main">
            <a:pathLst>
              <a:path w="78486" h="328660">
                <a:moveTo>
                  <a:pt x="78486" y="0"/>
                </a:moveTo>
                <a:lnTo>
                  <a:pt x="0" y="328660"/>
                </a:lnTo>
              </a:path>
            </a:pathLst>
          </a:custGeom>
          <a:noFill xmlns:a="http://schemas.openxmlformats.org/drawingml/2006/main"/>
          <a:ln xmlns:a="http://schemas.openxmlformats.org/drawingml/2006/main" w="13245">
            <a:solidFill>
              <a:srgbClr val="384148"/>
            </a:solidFill>
            <a:prstDash val="dash"/>
          </a:ln>
        </p:spPr>
      </p:sp>
      <p:sp>
        <p:nvSpPr>
          <p:cNvPr id="100" name="arrowhead-100">
            <a:extLst xmlns:a="http://schemas.openxmlformats.org/drawingml/2006/main">
              <a:ext uri="{FF2B5EF4-FFF2-40B4-BE49-F238E27FC236}">
                <a16:creationId xmlns:a16="http://schemas.microsoft.com/office/drawing/2014/main" id="{95665621-A59A-4D2C-BEE2-1BBC19B6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060" y="1997183"/>
            <a:ext cx="68105" cy="73790"/>
          </a:xfrm>
          <a:custGeom xmlns:a="http://schemas.openxmlformats.org/drawingml/2006/main">
            <a:pathLst>
              <a:path w="68105" h="73790">
                <a:moveTo>
                  <a:pt x="68105" y="73790"/>
                </a:moveTo>
                <a:lnTo>
                  <a:pt x="0" y="40327"/>
                </a:lnTo>
                <a:lnTo>
                  <a:pt x="5040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01" name="line-101">
            <a:extLst xmlns:a="http://schemas.openxmlformats.org/drawingml/2006/main">
              <a:ext uri="{FF2B5EF4-FFF2-40B4-BE49-F238E27FC236}">
                <a16:creationId xmlns:a16="http://schemas.microsoft.com/office/drawing/2014/main" id="{1F39C15E-33A1-41A8-9841-108A6D02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239" y="1953244"/>
            <a:ext cx="19622" cy="19622"/>
          </a:xfrm>
          <a:custGeom xmlns:a="http://schemas.openxmlformats.org/drawingml/2006/main">
            <a:pathLst>
              <a:path w="19622" h="19622">
                <a:moveTo>
                  <a:pt x="0" y="19622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02" name="line-102">
            <a:extLst xmlns:a="http://schemas.openxmlformats.org/drawingml/2006/main">
              <a:ext uri="{FF2B5EF4-FFF2-40B4-BE49-F238E27FC236}">
                <a16:creationId xmlns:a16="http://schemas.microsoft.com/office/drawing/2014/main" id="{EB2CDFEA-719C-4D3F-8C00-8656F982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860" y="1953244"/>
            <a:ext cx="19621" cy="24527"/>
          </a:xfrm>
          <a:custGeom xmlns:a="http://schemas.openxmlformats.org/drawingml/2006/main">
            <a:pathLst>
              <a:path w="19621" h="24527">
                <a:moveTo>
                  <a:pt x="0" y="0"/>
                </a:moveTo>
                <a:lnTo>
                  <a:pt x="19621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03" name="line-103">
            <a:extLst xmlns:a="http://schemas.openxmlformats.org/drawingml/2006/main">
              <a:ext uri="{FF2B5EF4-FFF2-40B4-BE49-F238E27FC236}">
                <a16:creationId xmlns:a16="http://schemas.microsoft.com/office/drawing/2014/main" id="{46BF4765-5043-4CF4-A5DC-DA13B793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482" y="1953244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24527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04" name="line-104">
            <a:extLst xmlns:a="http://schemas.openxmlformats.org/drawingml/2006/main">
              <a:ext uri="{FF2B5EF4-FFF2-40B4-BE49-F238E27FC236}">
                <a16:creationId xmlns:a16="http://schemas.microsoft.com/office/drawing/2014/main" id="{900FC27D-13E1-4A27-B809-A91788DF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103" y="1953244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0"/>
                </a:moveTo>
                <a:lnTo>
                  <a:pt x="19622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05" name="line-105">
            <a:extLst xmlns:a="http://schemas.openxmlformats.org/drawingml/2006/main">
              <a:ext uri="{FF2B5EF4-FFF2-40B4-BE49-F238E27FC236}">
                <a16:creationId xmlns:a16="http://schemas.microsoft.com/office/drawing/2014/main" id="{B925E1DE-2ECA-42FF-8ED4-9028E93A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725" y="1953244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24527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06" name="line-106">
            <a:extLst xmlns:a="http://schemas.openxmlformats.org/drawingml/2006/main">
              <a:ext uri="{FF2B5EF4-FFF2-40B4-BE49-F238E27FC236}">
                <a16:creationId xmlns:a16="http://schemas.microsoft.com/office/drawing/2014/main" id="{EDA9B9BB-546F-46F1-A728-AFCEF216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346" y="1953244"/>
            <a:ext cx="19622" cy="19622"/>
          </a:xfrm>
          <a:custGeom xmlns:a="http://schemas.openxmlformats.org/drawingml/2006/main">
            <a:pathLst>
              <a:path w="19622" h="19622">
                <a:moveTo>
                  <a:pt x="0" y="0"/>
                </a:moveTo>
                <a:lnTo>
                  <a:pt x="19622" y="19622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07" name="line-107">
            <a:extLst xmlns:a="http://schemas.openxmlformats.org/drawingml/2006/main">
              <a:ext uri="{FF2B5EF4-FFF2-40B4-BE49-F238E27FC236}">
                <a16:creationId xmlns:a16="http://schemas.microsoft.com/office/drawing/2014/main" id="{ADD8FE39-4D74-4AF5-8F58-9CC43472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968" y="1918907"/>
            <a:ext cx="88297" cy="53959"/>
          </a:xfrm>
          <a:custGeom xmlns:a="http://schemas.openxmlformats.org/drawingml/2006/main">
            <a:pathLst>
              <a:path w="88297" h="53959">
                <a:moveTo>
                  <a:pt x="0" y="53959"/>
                </a:moveTo>
                <a:lnTo>
                  <a:pt x="882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08" name="line-108">
            <a:extLst xmlns:a="http://schemas.openxmlformats.org/drawingml/2006/main">
              <a:ext uri="{FF2B5EF4-FFF2-40B4-BE49-F238E27FC236}">
                <a16:creationId xmlns:a16="http://schemas.microsoft.com/office/drawing/2014/main" id="{1E41F29E-D56C-4E03-9CF4-0E43298E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264" y="1918907"/>
            <a:ext cx="103013" cy="58865"/>
          </a:xfrm>
          <a:custGeom xmlns:a="http://schemas.openxmlformats.org/drawingml/2006/main">
            <a:pathLst>
              <a:path w="103013" h="58865">
                <a:moveTo>
                  <a:pt x="0" y="0"/>
                </a:moveTo>
                <a:lnTo>
                  <a:pt x="103013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09" name="line-109">
            <a:extLst xmlns:a="http://schemas.openxmlformats.org/drawingml/2006/main">
              <a:ext uri="{FF2B5EF4-FFF2-40B4-BE49-F238E27FC236}">
                <a16:creationId xmlns:a16="http://schemas.microsoft.com/office/drawing/2014/main" id="{111E782F-EE2A-4FD1-BE5A-C5C3BD1F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277" y="1918907"/>
            <a:ext cx="98108" cy="58865"/>
          </a:xfrm>
          <a:custGeom xmlns:a="http://schemas.openxmlformats.org/drawingml/2006/main">
            <a:pathLst>
              <a:path w="98108" h="58865">
                <a:moveTo>
                  <a:pt x="0" y="58865"/>
                </a:moveTo>
                <a:lnTo>
                  <a:pt x="981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10" name="line-110">
            <a:extLst xmlns:a="http://schemas.openxmlformats.org/drawingml/2006/main">
              <a:ext uri="{FF2B5EF4-FFF2-40B4-BE49-F238E27FC236}">
                <a16:creationId xmlns:a16="http://schemas.microsoft.com/office/drawing/2014/main" id="{E4494447-5185-4978-96AC-E5C9DF06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385" y="1918907"/>
            <a:ext cx="103013" cy="58865"/>
          </a:xfrm>
          <a:custGeom xmlns:a="http://schemas.openxmlformats.org/drawingml/2006/main">
            <a:pathLst>
              <a:path w="103013" h="58865">
                <a:moveTo>
                  <a:pt x="0" y="0"/>
                </a:moveTo>
                <a:lnTo>
                  <a:pt x="103013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11" name="line-111">
            <a:extLst xmlns:a="http://schemas.openxmlformats.org/drawingml/2006/main">
              <a:ext uri="{FF2B5EF4-FFF2-40B4-BE49-F238E27FC236}">
                <a16:creationId xmlns:a16="http://schemas.microsoft.com/office/drawing/2014/main" id="{8371471A-AF75-43F1-AB30-5E169BD1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398" y="1918907"/>
            <a:ext cx="98107" cy="58865"/>
          </a:xfrm>
          <a:custGeom xmlns:a="http://schemas.openxmlformats.org/drawingml/2006/main">
            <a:pathLst>
              <a:path w="98107" h="58865">
                <a:moveTo>
                  <a:pt x="0" y="58865"/>
                </a:moveTo>
                <a:lnTo>
                  <a:pt x="981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12" name="line-112">
            <a:extLst xmlns:a="http://schemas.openxmlformats.org/drawingml/2006/main">
              <a:ext uri="{FF2B5EF4-FFF2-40B4-BE49-F238E27FC236}">
                <a16:creationId xmlns:a16="http://schemas.microsoft.com/office/drawing/2014/main" id="{2459FA6F-915C-49E8-9723-F92D3BDA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1918907"/>
            <a:ext cx="176594" cy="191"/>
          </a:xfrm>
          <a:custGeom xmlns:a="http://schemas.openxmlformats.org/drawingml/2006/main">
            <a:pathLst>
              <a:path w="176594" h="191">
                <a:moveTo>
                  <a:pt x="0" y="0"/>
                </a:moveTo>
                <a:lnTo>
                  <a:pt x="176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113" name="line-113">
            <a:extLst xmlns:a="http://schemas.openxmlformats.org/drawingml/2006/main">
              <a:ext uri="{FF2B5EF4-FFF2-40B4-BE49-F238E27FC236}">
                <a16:creationId xmlns:a16="http://schemas.microsoft.com/office/drawing/2014/main" id="{9E8EBD8A-9BCC-4E6D-8041-EBE82C55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572" y="1747218"/>
            <a:ext cx="24527" cy="171688"/>
          </a:xfrm>
          <a:custGeom xmlns:a="http://schemas.openxmlformats.org/drawingml/2006/main">
            <a:pathLst>
              <a:path w="24527" h="171688">
                <a:moveTo>
                  <a:pt x="24527" y="171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114" name="line-114">
            <a:extLst xmlns:a="http://schemas.openxmlformats.org/drawingml/2006/main">
              <a:ext uri="{FF2B5EF4-FFF2-40B4-BE49-F238E27FC236}">
                <a16:creationId xmlns:a16="http://schemas.microsoft.com/office/drawing/2014/main" id="{42343167-C904-47E5-A3D3-6B4A424E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1810988"/>
            <a:ext cx="29432" cy="107918"/>
          </a:xfrm>
          <a:custGeom xmlns:a="http://schemas.openxmlformats.org/drawingml/2006/main">
            <a:pathLst>
              <a:path w="29432" h="107918">
                <a:moveTo>
                  <a:pt x="0" y="107918"/>
                </a:moveTo>
                <a:lnTo>
                  <a:pt x="294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115" name="line-115">
            <a:extLst xmlns:a="http://schemas.openxmlformats.org/drawingml/2006/main">
              <a:ext uri="{FF2B5EF4-FFF2-40B4-BE49-F238E27FC236}">
                <a16:creationId xmlns:a16="http://schemas.microsoft.com/office/drawing/2014/main" id="{F1AFB8AF-292F-47CD-89EA-6981B67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180" y="1742313"/>
            <a:ext cx="83391" cy="19622"/>
          </a:xfrm>
          <a:custGeom xmlns:a="http://schemas.openxmlformats.org/drawingml/2006/main">
            <a:pathLst>
              <a:path w="83391" h="19622">
                <a:moveTo>
                  <a:pt x="0" y="19622"/>
                </a:moveTo>
                <a:lnTo>
                  <a:pt x="83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116" name="text-O-116">
            <a:extLst xmlns:a="http://schemas.openxmlformats.org/drawingml/2006/main">
              <a:ext uri="{FF2B5EF4-FFF2-40B4-BE49-F238E27FC236}">
                <a16:creationId xmlns:a16="http://schemas.microsoft.com/office/drawing/2014/main" id="{27B971BF-CBBA-47B1-BB08-6615A908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7789" y="1714058"/>
            <a:ext cx="98108" cy="11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1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1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11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17" name="line-117">
            <a:extLst xmlns:a="http://schemas.openxmlformats.org/drawingml/2006/main">
              <a:ext uri="{FF2B5EF4-FFF2-40B4-BE49-F238E27FC236}">
                <a16:creationId xmlns:a16="http://schemas.microsoft.com/office/drawing/2014/main" id="{04B8E96E-2FD5-4B3D-8025-1D5C5739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099" y="1918907"/>
            <a:ext cx="93202" cy="88297"/>
          </a:xfrm>
          <a:custGeom xmlns:a="http://schemas.openxmlformats.org/drawingml/2006/main">
            <a:pathLst>
              <a:path w="93202" h="88297">
                <a:moveTo>
                  <a:pt x="0" y="0"/>
                </a:moveTo>
                <a:lnTo>
                  <a:pt x="93202" y="8829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18" name="line-118">
            <a:extLst xmlns:a="http://schemas.openxmlformats.org/drawingml/2006/main">
              <a:ext uri="{FF2B5EF4-FFF2-40B4-BE49-F238E27FC236}">
                <a16:creationId xmlns:a16="http://schemas.microsoft.com/office/drawing/2014/main" id="{830DC0C9-7D89-4C82-9DF3-E98F00AB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301" y="2007203"/>
            <a:ext cx="161877" cy="191"/>
          </a:xfrm>
          <a:custGeom xmlns:a="http://schemas.openxmlformats.org/drawingml/2006/main">
            <a:pathLst>
              <a:path w="161877" h="191">
                <a:moveTo>
                  <a:pt x="0" y="0"/>
                </a:moveTo>
                <a:lnTo>
                  <a:pt x="1618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119" name="shape-119">
            <a:extLst xmlns:a="http://schemas.openxmlformats.org/drawingml/2006/main">
              <a:ext uri="{FF2B5EF4-FFF2-40B4-BE49-F238E27FC236}">
                <a16:creationId xmlns:a16="http://schemas.microsoft.com/office/drawing/2014/main" id="{077ABB0C-5791-4EE1-BE46-95447ADE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083" y="1933623"/>
            <a:ext cx="147161" cy="147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0F7"/>
          </a:solidFill>
          <a:ln xmlns:a="http://schemas.openxmlformats.org/drawingml/2006/main" w="10792">
            <a:solidFill>
              <a:srgbClr val="384148"/>
            </a:solidFill>
          </a:ln>
        </p:spPr>
      </p:sp>
      <p:sp>
        <p:nvSpPr>
          <p:cNvPr id="120" name="text-+/−-120">
            <a:extLst xmlns:a="http://schemas.openxmlformats.org/drawingml/2006/main">
              <a:ext uri="{FF2B5EF4-FFF2-40B4-BE49-F238E27FC236}">
                <a16:creationId xmlns:a16="http://schemas.microsoft.com/office/drawing/2014/main" id="{341A6A02-325D-4111-ADAE-896389D4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6820" y="1965998"/>
            <a:ext cx="171688" cy="8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79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+/−</a:t>
            </a:r>
          </a:p>
        </p:txBody>
      </p:sp>
      <p:sp>
        <p:nvSpPr>
          <p:cNvPr id="121" name="line-121">
            <a:extLst xmlns:a="http://schemas.openxmlformats.org/drawingml/2006/main">
              <a:ext uri="{FF2B5EF4-FFF2-40B4-BE49-F238E27FC236}">
                <a16:creationId xmlns:a16="http://schemas.microsoft.com/office/drawing/2014/main" id="{5266AC7A-D8F0-4829-90D2-EA2AFE7D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856" y="1600057"/>
            <a:ext cx="14716" cy="142256"/>
          </a:xfrm>
          <a:custGeom xmlns:a="http://schemas.openxmlformats.org/drawingml/2006/main">
            <a:pathLst>
              <a:path w="14716" h="142256">
                <a:moveTo>
                  <a:pt x="14716" y="1422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384148"/>
            </a:solidFill>
            <a:prstDash val="solid"/>
          </a:ln>
        </p:spPr>
      </p:sp>
      <p:sp>
        <p:nvSpPr>
          <p:cNvPr id="122" name="line-122">
            <a:extLst xmlns:a="http://schemas.openxmlformats.org/drawingml/2006/main">
              <a:ext uri="{FF2B5EF4-FFF2-40B4-BE49-F238E27FC236}">
                <a16:creationId xmlns:a16="http://schemas.microsoft.com/office/drawing/2014/main" id="{9AFCA1C6-47B3-48E9-8E68-60F17E54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572" y="1678543"/>
            <a:ext cx="107918" cy="63770"/>
          </a:xfrm>
          <a:custGeom xmlns:a="http://schemas.openxmlformats.org/drawingml/2006/main">
            <a:pathLst>
              <a:path w="107918" h="63770">
                <a:moveTo>
                  <a:pt x="0" y="63770"/>
                </a:moveTo>
                <a:lnTo>
                  <a:pt x="10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384148"/>
            </a:solidFill>
            <a:prstDash val="solid"/>
          </a:ln>
        </p:spPr>
      </p:sp>
      <p:sp>
        <p:nvSpPr>
          <p:cNvPr id="123" name="line-123">
            <a:extLst xmlns:a="http://schemas.openxmlformats.org/drawingml/2006/main">
              <a:ext uri="{FF2B5EF4-FFF2-40B4-BE49-F238E27FC236}">
                <a16:creationId xmlns:a16="http://schemas.microsoft.com/office/drawing/2014/main" id="{9B8D87B4-18EC-47BF-821F-1C5953B2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045" y="1639300"/>
            <a:ext cx="191" cy="333565"/>
          </a:xfrm>
          <a:custGeom xmlns:a="http://schemas.openxmlformats.org/drawingml/2006/main">
            <a:pathLst>
              <a:path w="191" h="333565">
                <a:moveTo>
                  <a:pt x="0" y="0"/>
                </a:moveTo>
                <a:lnTo>
                  <a:pt x="0" y="333565"/>
                </a:lnTo>
              </a:path>
            </a:pathLst>
          </a:custGeom>
          <a:noFill xmlns:a="http://schemas.openxmlformats.org/drawingml/2006/main"/>
          <a:ln xmlns:a="http://schemas.openxmlformats.org/drawingml/2006/main" w="13245">
            <a:solidFill>
              <a:srgbClr val="384148"/>
            </a:solidFill>
            <a:prstDash val="dash"/>
          </a:ln>
        </p:spPr>
      </p:sp>
      <p:sp>
        <p:nvSpPr>
          <p:cNvPr id="124" name="arrowhead-124">
            <a:extLst xmlns:a="http://schemas.openxmlformats.org/drawingml/2006/main">
              <a:ext uri="{FF2B5EF4-FFF2-40B4-BE49-F238E27FC236}">
                <a16:creationId xmlns:a16="http://schemas.microsoft.com/office/drawing/2014/main" id="{5A3638A3-9BF8-41B6-99B7-F4BA9E8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516" y="1978996"/>
            <a:ext cx="70299" cy="72356"/>
          </a:xfrm>
          <a:custGeom xmlns:a="http://schemas.openxmlformats.org/drawingml/2006/main">
            <a:pathLst>
              <a:path w="70299" h="72356">
                <a:moveTo>
                  <a:pt x="70299" y="72356"/>
                </a:moveTo>
                <a:lnTo>
                  <a:pt x="0" y="43786"/>
                </a:lnTo>
                <a:lnTo>
                  <a:pt x="474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25" name="line-125">
            <a:extLst xmlns:a="http://schemas.openxmlformats.org/drawingml/2006/main">
              <a:ext uri="{FF2B5EF4-FFF2-40B4-BE49-F238E27FC236}">
                <a16:creationId xmlns:a16="http://schemas.microsoft.com/office/drawing/2014/main" id="{CA678FEE-92B7-4CFF-A0D0-F8A846B0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451" y="1899285"/>
            <a:ext cx="19622" cy="19622"/>
          </a:xfrm>
          <a:custGeom xmlns:a="http://schemas.openxmlformats.org/drawingml/2006/main">
            <a:pathLst>
              <a:path w="19622" h="19622">
                <a:moveTo>
                  <a:pt x="0" y="19622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26" name="line-126">
            <a:extLst xmlns:a="http://schemas.openxmlformats.org/drawingml/2006/main">
              <a:ext uri="{FF2B5EF4-FFF2-40B4-BE49-F238E27FC236}">
                <a16:creationId xmlns:a16="http://schemas.microsoft.com/office/drawing/2014/main" id="{4AECE5BB-B3AA-452C-BD18-34E33167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072" y="1899285"/>
            <a:ext cx="19621" cy="24527"/>
          </a:xfrm>
          <a:custGeom xmlns:a="http://schemas.openxmlformats.org/drawingml/2006/main">
            <a:pathLst>
              <a:path w="19621" h="24527">
                <a:moveTo>
                  <a:pt x="0" y="0"/>
                </a:moveTo>
                <a:lnTo>
                  <a:pt x="19621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27" name="line-127">
            <a:extLst xmlns:a="http://schemas.openxmlformats.org/drawingml/2006/main">
              <a:ext uri="{FF2B5EF4-FFF2-40B4-BE49-F238E27FC236}">
                <a16:creationId xmlns:a16="http://schemas.microsoft.com/office/drawing/2014/main" id="{96F73415-AE89-4203-A4B5-8C97A070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694" y="1899285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24527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28" name="line-128">
            <a:extLst xmlns:a="http://schemas.openxmlformats.org/drawingml/2006/main">
              <a:ext uri="{FF2B5EF4-FFF2-40B4-BE49-F238E27FC236}">
                <a16:creationId xmlns:a16="http://schemas.microsoft.com/office/drawing/2014/main" id="{C93E1BD1-C0CF-4D4E-A05F-6EB3F910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315" y="1899285"/>
            <a:ext cx="19621" cy="24527"/>
          </a:xfrm>
          <a:custGeom xmlns:a="http://schemas.openxmlformats.org/drawingml/2006/main">
            <a:pathLst>
              <a:path w="19621" h="24527">
                <a:moveTo>
                  <a:pt x="0" y="0"/>
                </a:moveTo>
                <a:lnTo>
                  <a:pt x="19621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29" name="line-129">
            <a:extLst xmlns:a="http://schemas.openxmlformats.org/drawingml/2006/main">
              <a:ext uri="{FF2B5EF4-FFF2-40B4-BE49-F238E27FC236}">
                <a16:creationId xmlns:a16="http://schemas.microsoft.com/office/drawing/2014/main" id="{9AE62631-83D8-4722-B6A6-FB654B4C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937" y="1899285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24527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30" name="line-130">
            <a:extLst xmlns:a="http://schemas.openxmlformats.org/drawingml/2006/main">
              <a:ext uri="{FF2B5EF4-FFF2-40B4-BE49-F238E27FC236}">
                <a16:creationId xmlns:a16="http://schemas.microsoft.com/office/drawing/2014/main" id="{1E7FAF63-C238-4606-998E-7283E02F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558" y="1899285"/>
            <a:ext cx="19621" cy="19622"/>
          </a:xfrm>
          <a:custGeom xmlns:a="http://schemas.openxmlformats.org/drawingml/2006/main">
            <a:pathLst>
              <a:path w="19621" h="19622">
                <a:moveTo>
                  <a:pt x="0" y="0"/>
                </a:moveTo>
                <a:lnTo>
                  <a:pt x="19621" y="19622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31" name="line-131">
            <a:extLst xmlns:a="http://schemas.openxmlformats.org/drawingml/2006/main">
              <a:ext uri="{FF2B5EF4-FFF2-40B4-BE49-F238E27FC236}">
                <a16:creationId xmlns:a16="http://schemas.microsoft.com/office/drawing/2014/main" id="{1BD83F1C-3640-4E1C-B367-451EA055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180" y="1860042"/>
            <a:ext cx="88297" cy="58865"/>
          </a:xfrm>
          <a:custGeom xmlns:a="http://schemas.openxmlformats.org/drawingml/2006/main">
            <a:pathLst>
              <a:path w="88297" h="58865">
                <a:moveTo>
                  <a:pt x="0" y="58865"/>
                </a:moveTo>
                <a:lnTo>
                  <a:pt x="882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32" name="line-132">
            <a:extLst xmlns:a="http://schemas.openxmlformats.org/drawingml/2006/main">
              <a:ext uri="{FF2B5EF4-FFF2-40B4-BE49-F238E27FC236}">
                <a16:creationId xmlns:a16="http://schemas.microsoft.com/office/drawing/2014/main" id="{BA6E67FC-89DB-4D5D-A91D-A6D806D4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476" y="1860042"/>
            <a:ext cx="98108" cy="58865"/>
          </a:xfrm>
          <a:custGeom xmlns:a="http://schemas.openxmlformats.org/drawingml/2006/main">
            <a:pathLst>
              <a:path w="98108" h="58865">
                <a:moveTo>
                  <a:pt x="0" y="0"/>
                </a:moveTo>
                <a:lnTo>
                  <a:pt x="98108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33" name="line-133">
            <a:extLst xmlns:a="http://schemas.openxmlformats.org/drawingml/2006/main">
              <a:ext uri="{FF2B5EF4-FFF2-40B4-BE49-F238E27FC236}">
                <a16:creationId xmlns:a16="http://schemas.microsoft.com/office/drawing/2014/main" id="{0E847909-9173-416F-9C2F-52F5DE56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584" y="1918907"/>
            <a:ext cx="132445" cy="24527"/>
          </a:xfrm>
          <a:custGeom xmlns:a="http://schemas.openxmlformats.org/drawingml/2006/main">
            <a:pathLst>
              <a:path w="132445" h="24527">
                <a:moveTo>
                  <a:pt x="0" y="0"/>
                </a:moveTo>
                <a:lnTo>
                  <a:pt x="132445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134" name="line-134">
            <a:extLst xmlns:a="http://schemas.openxmlformats.org/drawingml/2006/main">
              <a:ext uri="{FF2B5EF4-FFF2-40B4-BE49-F238E27FC236}">
                <a16:creationId xmlns:a16="http://schemas.microsoft.com/office/drawing/2014/main" id="{E6EBD8C5-B7EC-45D9-BBC7-6559F2A6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029" y="1825704"/>
            <a:ext cx="19622" cy="117729"/>
          </a:xfrm>
          <a:custGeom xmlns:a="http://schemas.openxmlformats.org/drawingml/2006/main">
            <a:pathLst>
              <a:path w="19622" h="117729">
                <a:moveTo>
                  <a:pt x="0" y="117729"/>
                </a:moveTo>
                <a:lnTo>
                  <a:pt x="19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135" name="line-135">
            <a:extLst xmlns:a="http://schemas.openxmlformats.org/drawingml/2006/main">
              <a:ext uri="{FF2B5EF4-FFF2-40B4-BE49-F238E27FC236}">
                <a16:creationId xmlns:a16="http://schemas.microsoft.com/office/drawing/2014/main" id="{D112FC19-FDFB-46D6-AFA4-321397F4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584" y="1761935"/>
            <a:ext cx="58864" cy="156972"/>
          </a:xfrm>
          <a:custGeom xmlns:a="http://schemas.openxmlformats.org/drawingml/2006/main">
            <a:pathLst>
              <a:path w="58864" h="156972">
                <a:moveTo>
                  <a:pt x="0" y="156972"/>
                </a:moveTo>
                <a:lnTo>
                  <a:pt x="588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136" name="line-136">
            <a:extLst xmlns:a="http://schemas.openxmlformats.org/drawingml/2006/main">
              <a:ext uri="{FF2B5EF4-FFF2-40B4-BE49-F238E27FC236}">
                <a16:creationId xmlns:a16="http://schemas.microsoft.com/office/drawing/2014/main" id="{A514062E-E600-409C-B1DC-C3781FE5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448" y="1761935"/>
            <a:ext cx="58865" cy="14716"/>
          </a:xfrm>
          <a:custGeom xmlns:a="http://schemas.openxmlformats.org/drawingml/2006/main">
            <a:pathLst>
              <a:path w="58865" h="14716">
                <a:moveTo>
                  <a:pt x="0" y="0"/>
                </a:moveTo>
                <a:lnTo>
                  <a:pt x="58865" y="14716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137" name="text-O-137">
            <a:extLst xmlns:a="http://schemas.openxmlformats.org/drawingml/2006/main">
              <a:ext uri="{FF2B5EF4-FFF2-40B4-BE49-F238E27FC236}">
                <a16:creationId xmlns:a16="http://schemas.microsoft.com/office/drawing/2014/main" id="{AAC36730-4DE3-4B6D-A52C-8E674440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6502" y="1733680"/>
            <a:ext cx="98108" cy="11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1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1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11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38" name="line-138">
            <a:extLst xmlns:a="http://schemas.openxmlformats.org/drawingml/2006/main">
              <a:ext uri="{FF2B5EF4-FFF2-40B4-BE49-F238E27FC236}">
                <a16:creationId xmlns:a16="http://schemas.microsoft.com/office/drawing/2014/main" id="{1848208D-FA66-4720-946C-726D13E7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029" y="1889474"/>
            <a:ext cx="103013" cy="53959"/>
          </a:xfrm>
          <a:custGeom xmlns:a="http://schemas.openxmlformats.org/drawingml/2006/main">
            <a:pathLst>
              <a:path w="103013" h="53959">
                <a:moveTo>
                  <a:pt x="0" y="53959"/>
                </a:moveTo>
                <a:lnTo>
                  <a:pt x="103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39" name="line-139">
            <a:extLst xmlns:a="http://schemas.openxmlformats.org/drawingml/2006/main">
              <a:ext uri="{FF2B5EF4-FFF2-40B4-BE49-F238E27FC236}">
                <a16:creationId xmlns:a16="http://schemas.microsoft.com/office/drawing/2014/main" id="{7E86A701-F795-4C91-9911-79E171C1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042" y="1889474"/>
            <a:ext cx="103013" cy="58865"/>
          </a:xfrm>
          <a:custGeom xmlns:a="http://schemas.openxmlformats.org/drawingml/2006/main">
            <a:pathLst>
              <a:path w="103013" h="58865">
                <a:moveTo>
                  <a:pt x="0" y="0"/>
                </a:moveTo>
                <a:lnTo>
                  <a:pt x="103013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40" name="line-140">
            <a:extLst xmlns:a="http://schemas.openxmlformats.org/drawingml/2006/main">
              <a:ext uri="{FF2B5EF4-FFF2-40B4-BE49-F238E27FC236}">
                <a16:creationId xmlns:a16="http://schemas.microsoft.com/office/drawing/2014/main" id="{3D6E70FB-AE1D-4149-BCBC-24E4F2C2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055" y="1889474"/>
            <a:ext cx="103013" cy="58865"/>
          </a:xfrm>
          <a:custGeom xmlns:a="http://schemas.openxmlformats.org/drawingml/2006/main">
            <a:pathLst>
              <a:path w="103013" h="58865">
                <a:moveTo>
                  <a:pt x="0" y="58865"/>
                </a:moveTo>
                <a:lnTo>
                  <a:pt x="103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41" name="line-141">
            <a:extLst xmlns:a="http://schemas.openxmlformats.org/drawingml/2006/main">
              <a:ext uri="{FF2B5EF4-FFF2-40B4-BE49-F238E27FC236}">
                <a16:creationId xmlns:a16="http://schemas.microsoft.com/office/drawing/2014/main" id="{B4E3F253-8D0E-4EB3-AEC7-EF721419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068" y="1889474"/>
            <a:ext cx="103013" cy="58865"/>
          </a:xfrm>
          <a:custGeom xmlns:a="http://schemas.openxmlformats.org/drawingml/2006/main">
            <a:pathLst>
              <a:path w="103013" h="58865">
                <a:moveTo>
                  <a:pt x="0" y="0"/>
                </a:moveTo>
                <a:lnTo>
                  <a:pt x="103013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42" name="shape-142">
            <a:extLst xmlns:a="http://schemas.openxmlformats.org/drawingml/2006/main">
              <a:ext uri="{FF2B5EF4-FFF2-40B4-BE49-F238E27FC236}">
                <a16:creationId xmlns:a16="http://schemas.microsoft.com/office/drawing/2014/main" id="{58FEC2CC-7286-410B-A756-7C6D3913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081" y="1874758"/>
            <a:ext cx="147161" cy="147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0F7"/>
          </a:solidFill>
          <a:ln xmlns:a="http://schemas.openxmlformats.org/drawingml/2006/main" w="10792">
            <a:solidFill>
              <a:srgbClr val="384148"/>
            </a:solidFill>
          </a:ln>
        </p:spPr>
      </p:sp>
      <p:sp>
        <p:nvSpPr>
          <p:cNvPr id="143" name="text-+/−-143">
            <a:extLst xmlns:a="http://schemas.openxmlformats.org/drawingml/2006/main">
              <a:ext uri="{FF2B5EF4-FFF2-40B4-BE49-F238E27FC236}">
                <a16:creationId xmlns:a16="http://schemas.microsoft.com/office/drawing/2014/main" id="{84E343F4-A6D4-4349-BE05-92442ABC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0817" y="1907134"/>
            <a:ext cx="171688" cy="8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79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+/−</a:t>
            </a:r>
          </a:p>
        </p:txBody>
      </p:sp>
      <p:sp>
        <p:nvSpPr>
          <p:cNvPr id="144" name="line-144">
            <a:extLst xmlns:a="http://schemas.openxmlformats.org/drawingml/2006/main">
              <a:ext uri="{FF2B5EF4-FFF2-40B4-BE49-F238E27FC236}">
                <a16:creationId xmlns:a16="http://schemas.microsoft.com/office/drawing/2014/main" id="{419D0C24-AE66-49B5-888B-74397D6C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057" y="1649111"/>
            <a:ext cx="83391" cy="112824"/>
          </a:xfrm>
          <a:custGeom xmlns:a="http://schemas.openxmlformats.org/drawingml/2006/main">
            <a:pathLst>
              <a:path w="83391" h="112824">
                <a:moveTo>
                  <a:pt x="83391" y="1128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384148"/>
            </a:solidFill>
            <a:prstDash val="solid"/>
          </a:ln>
        </p:spPr>
      </p:sp>
      <p:sp>
        <p:nvSpPr>
          <p:cNvPr id="145" name="line-145">
            <a:extLst xmlns:a="http://schemas.openxmlformats.org/drawingml/2006/main">
              <a:ext uri="{FF2B5EF4-FFF2-40B4-BE49-F238E27FC236}">
                <a16:creationId xmlns:a16="http://schemas.microsoft.com/office/drawing/2014/main" id="{089CDACF-7317-4640-8A66-D0F3F4D7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448" y="1619679"/>
            <a:ext cx="29432" cy="142256"/>
          </a:xfrm>
          <a:custGeom xmlns:a="http://schemas.openxmlformats.org/drawingml/2006/main">
            <a:pathLst>
              <a:path w="29432" h="142256">
                <a:moveTo>
                  <a:pt x="0" y="142256"/>
                </a:moveTo>
                <a:lnTo>
                  <a:pt x="294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384148"/>
            </a:solidFill>
            <a:prstDash val="solid"/>
          </a:ln>
        </p:spPr>
      </p:sp>
      <p:sp>
        <p:nvSpPr>
          <p:cNvPr id="146" name="line-146">
            <a:extLst xmlns:a="http://schemas.openxmlformats.org/drawingml/2006/main">
              <a:ext uri="{FF2B5EF4-FFF2-40B4-BE49-F238E27FC236}">
                <a16:creationId xmlns:a16="http://schemas.microsoft.com/office/drawing/2014/main" id="{86DCC2BB-8B59-4886-BF52-3D9E1088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395" y="1668732"/>
            <a:ext cx="83391" cy="328660"/>
          </a:xfrm>
          <a:custGeom xmlns:a="http://schemas.openxmlformats.org/drawingml/2006/main">
            <a:pathLst>
              <a:path w="83391" h="328660">
                <a:moveTo>
                  <a:pt x="83391" y="0"/>
                </a:moveTo>
                <a:lnTo>
                  <a:pt x="0" y="328660"/>
                </a:lnTo>
              </a:path>
            </a:pathLst>
          </a:custGeom>
          <a:noFill xmlns:a="http://schemas.openxmlformats.org/drawingml/2006/main"/>
          <a:ln xmlns:a="http://schemas.openxmlformats.org/drawingml/2006/main" w="13245">
            <a:solidFill>
              <a:srgbClr val="384148"/>
            </a:solidFill>
            <a:prstDash val="dash"/>
          </a:ln>
        </p:spPr>
      </p:sp>
      <p:sp>
        <p:nvSpPr>
          <p:cNvPr id="147" name="arrowhead-147">
            <a:extLst xmlns:a="http://schemas.openxmlformats.org/drawingml/2006/main">
              <a:ext uri="{FF2B5EF4-FFF2-40B4-BE49-F238E27FC236}">
                <a16:creationId xmlns:a16="http://schemas.microsoft.com/office/drawing/2014/main" id="{8F739C1F-A46C-476F-A41B-BE7E599A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059" y="1997183"/>
            <a:ext cx="68105" cy="73790"/>
          </a:xfrm>
          <a:custGeom xmlns:a="http://schemas.openxmlformats.org/drawingml/2006/main">
            <a:pathLst>
              <a:path w="68105" h="73790">
                <a:moveTo>
                  <a:pt x="68105" y="73790"/>
                </a:moveTo>
                <a:lnTo>
                  <a:pt x="0" y="40327"/>
                </a:lnTo>
                <a:lnTo>
                  <a:pt x="5040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48" name="line-148">
            <a:extLst xmlns:a="http://schemas.openxmlformats.org/drawingml/2006/main">
              <a:ext uri="{FF2B5EF4-FFF2-40B4-BE49-F238E27FC236}">
                <a16:creationId xmlns:a16="http://schemas.microsoft.com/office/drawing/2014/main" id="{1F4C33EB-8B48-4441-AC69-1C695F40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0371" y="1899285"/>
            <a:ext cx="19621" cy="19622"/>
          </a:xfrm>
          <a:custGeom xmlns:a="http://schemas.openxmlformats.org/drawingml/2006/main">
            <a:pathLst>
              <a:path w="19621" h="19622">
                <a:moveTo>
                  <a:pt x="0" y="19622"/>
                </a:moveTo>
                <a:lnTo>
                  <a:pt x="196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49" name="line-149">
            <a:extLst xmlns:a="http://schemas.openxmlformats.org/drawingml/2006/main">
              <a:ext uri="{FF2B5EF4-FFF2-40B4-BE49-F238E27FC236}">
                <a16:creationId xmlns:a16="http://schemas.microsoft.com/office/drawing/2014/main" id="{B1E31240-E580-45EE-B8D9-C63069BB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1899285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0"/>
                </a:moveTo>
                <a:lnTo>
                  <a:pt x="19622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50" name="line-150">
            <a:extLst xmlns:a="http://schemas.openxmlformats.org/drawingml/2006/main">
              <a:ext uri="{FF2B5EF4-FFF2-40B4-BE49-F238E27FC236}">
                <a16:creationId xmlns:a16="http://schemas.microsoft.com/office/drawing/2014/main" id="{FCF951BD-A849-427B-96DE-4B7C081D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9614" y="1899285"/>
            <a:ext cx="19621" cy="24527"/>
          </a:xfrm>
          <a:custGeom xmlns:a="http://schemas.openxmlformats.org/drawingml/2006/main">
            <a:pathLst>
              <a:path w="19621" h="24527">
                <a:moveTo>
                  <a:pt x="0" y="24527"/>
                </a:moveTo>
                <a:lnTo>
                  <a:pt x="196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51" name="line-151">
            <a:extLst xmlns:a="http://schemas.openxmlformats.org/drawingml/2006/main">
              <a:ext uri="{FF2B5EF4-FFF2-40B4-BE49-F238E27FC236}">
                <a16:creationId xmlns:a16="http://schemas.microsoft.com/office/drawing/2014/main" id="{F0962533-A428-45CE-AC3A-B0BDF35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235" y="1899285"/>
            <a:ext cx="19622" cy="24527"/>
          </a:xfrm>
          <a:custGeom xmlns:a="http://schemas.openxmlformats.org/drawingml/2006/main">
            <a:pathLst>
              <a:path w="19622" h="24527">
                <a:moveTo>
                  <a:pt x="0" y="0"/>
                </a:moveTo>
                <a:lnTo>
                  <a:pt x="19622" y="2452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52" name="line-152">
            <a:extLst xmlns:a="http://schemas.openxmlformats.org/drawingml/2006/main">
              <a:ext uri="{FF2B5EF4-FFF2-40B4-BE49-F238E27FC236}">
                <a16:creationId xmlns:a16="http://schemas.microsoft.com/office/drawing/2014/main" id="{8C14E6F8-3CD8-4149-826C-25C4AD59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857" y="1899285"/>
            <a:ext cx="19621" cy="24527"/>
          </a:xfrm>
          <a:custGeom xmlns:a="http://schemas.openxmlformats.org/drawingml/2006/main">
            <a:pathLst>
              <a:path w="19621" h="24527">
                <a:moveTo>
                  <a:pt x="0" y="24527"/>
                </a:moveTo>
                <a:lnTo>
                  <a:pt x="196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53" name="line-153">
            <a:extLst xmlns:a="http://schemas.openxmlformats.org/drawingml/2006/main">
              <a:ext uri="{FF2B5EF4-FFF2-40B4-BE49-F238E27FC236}">
                <a16:creationId xmlns:a16="http://schemas.microsoft.com/office/drawing/2014/main" id="{4A07ED9E-842A-4248-A9FE-67188012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478" y="1899285"/>
            <a:ext cx="19622" cy="19622"/>
          </a:xfrm>
          <a:custGeom xmlns:a="http://schemas.openxmlformats.org/drawingml/2006/main">
            <a:pathLst>
              <a:path w="19622" h="19622">
                <a:moveTo>
                  <a:pt x="0" y="0"/>
                </a:moveTo>
                <a:lnTo>
                  <a:pt x="19622" y="19622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54" name="line-154">
            <a:extLst xmlns:a="http://schemas.openxmlformats.org/drawingml/2006/main">
              <a:ext uri="{FF2B5EF4-FFF2-40B4-BE49-F238E27FC236}">
                <a16:creationId xmlns:a16="http://schemas.microsoft.com/office/drawing/2014/main" id="{ED3E0E9E-657C-4C84-8A10-66C963DB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100" y="1860042"/>
            <a:ext cx="88297" cy="58865"/>
          </a:xfrm>
          <a:custGeom xmlns:a="http://schemas.openxmlformats.org/drawingml/2006/main">
            <a:pathLst>
              <a:path w="88297" h="58865">
                <a:moveTo>
                  <a:pt x="0" y="58865"/>
                </a:moveTo>
                <a:lnTo>
                  <a:pt x="882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55" name="line-155">
            <a:extLst xmlns:a="http://schemas.openxmlformats.org/drawingml/2006/main">
              <a:ext uri="{FF2B5EF4-FFF2-40B4-BE49-F238E27FC236}">
                <a16:creationId xmlns:a16="http://schemas.microsoft.com/office/drawing/2014/main" id="{8B1F71C8-0FD8-4657-B67F-8B8577D1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396" y="1860042"/>
            <a:ext cx="98107" cy="58865"/>
          </a:xfrm>
          <a:custGeom xmlns:a="http://schemas.openxmlformats.org/drawingml/2006/main">
            <a:pathLst>
              <a:path w="98107" h="58865">
                <a:moveTo>
                  <a:pt x="0" y="0"/>
                </a:moveTo>
                <a:lnTo>
                  <a:pt x="98107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56" name="line-156">
            <a:extLst xmlns:a="http://schemas.openxmlformats.org/drawingml/2006/main">
              <a:ext uri="{FF2B5EF4-FFF2-40B4-BE49-F238E27FC236}">
                <a16:creationId xmlns:a16="http://schemas.microsoft.com/office/drawing/2014/main" id="{1EC891A4-534F-4578-8933-031B9814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504" y="1918907"/>
            <a:ext cx="176594" cy="191"/>
          </a:xfrm>
          <a:custGeom xmlns:a="http://schemas.openxmlformats.org/drawingml/2006/main">
            <a:pathLst>
              <a:path w="176594" h="191">
                <a:moveTo>
                  <a:pt x="0" y="0"/>
                </a:moveTo>
                <a:lnTo>
                  <a:pt x="176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157" name="line-157">
            <a:extLst xmlns:a="http://schemas.openxmlformats.org/drawingml/2006/main">
              <a:ext uri="{FF2B5EF4-FFF2-40B4-BE49-F238E27FC236}">
                <a16:creationId xmlns:a16="http://schemas.microsoft.com/office/drawing/2014/main" id="{75E9D1E2-4CD0-4FE2-AA0A-2D18D7DD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570" y="1747218"/>
            <a:ext cx="24527" cy="171688"/>
          </a:xfrm>
          <a:custGeom xmlns:a="http://schemas.openxmlformats.org/drawingml/2006/main">
            <a:pathLst>
              <a:path w="24527" h="171688">
                <a:moveTo>
                  <a:pt x="24527" y="171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158" name="line-158">
            <a:extLst xmlns:a="http://schemas.openxmlformats.org/drawingml/2006/main">
              <a:ext uri="{FF2B5EF4-FFF2-40B4-BE49-F238E27FC236}">
                <a16:creationId xmlns:a16="http://schemas.microsoft.com/office/drawing/2014/main" id="{9FE09CDC-F2E9-4291-AD19-E02997FD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504" y="1810988"/>
            <a:ext cx="29432" cy="107918"/>
          </a:xfrm>
          <a:custGeom xmlns:a="http://schemas.openxmlformats.org/drawingml/2006/main">
            <a:pathLst>
              <a:path w="29432" h="107918">
                <a:moveTo>
                  <a:pt x="0" y="107918"/>
                </a:moveTo>
                <a:lnTo>
                  <a:pt x="294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159" name="line-159">
            <a:extLst xmlns:a="http://schemas.openxmlformats.org/drawingml/2006/main">
              <a:ext uri="{FF2B5EF4-FFF2-40B4-BE49-F238E27FC236}">
                <a16:creationId xmlns:a16="http://schemas.microsoft.com/office/drawing/2014/main" id="{46EF5FF2-CF28-4BE4-94E2-9FC23FDC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179" y="1742313"/>
            <a:ext cx="83391" cy="19622"/>
          </a:xfrm>
          <a:custGeom xmlns:a="http://schemas.openxmlformats.org/drawingml/2006/main">
            <a:pathLst>
              <a:path w="83391" h="19622">
                <a:moveTo>
                  <a:pt x="0" y="19622"/>
                </a:moveTo>
                <a:lnTo>
                  <a:pt x="83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07">
            <a:solidFill>
              <a:srgbClr val="384148"/>
            </a:solidFill>
            <a:prstDash val="solid"/>
          </a:ln>
        </p:spPr>
      </p:sp>
      <p:sp>
        <p:nvSpPr>
          <p:cNvPr id="160" name="text-O-160">
            <a:extLst xmlns:a="http://schemas.openxmlformats.org/drawingml/2006/main">
              <a:ext uri="{FF2B5EF4-FFF2-40B4-BE49-F238E27FC236}">
                <a16:creationId xmlns:a16="http://schemas.microsoft.com/office/drawing/2014/main" id="{72D975FC-D1EF-497E-A58B-F6AC4CB6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9788" y="1714058"/>
            <a:ext cx="98108" cy="11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1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1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11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61" name="line-161">
            <a:extLst xmlns:a="http://schemas.openxmlformats.org/drawingml/2006/main">
              <a:ext uri="{FF2B5EF4-FFF2-40B4-BE49-F238E27FC236}">
                <a16:creationId xmlns:a16="http://schemas.microsoft.com/office/drawing/2014/main" id="{EA497699-43CE-40F5-B097-0BBF503D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097" y="1860042"/>
            <a:ext cx="103013" cy="58865"/>
          </a:xfrm>
          <a:custGeom xmlns:a="http://schemas.openxmlformats.org/drawingml/2006/main">
            <a:pathLst>
              <a:path w="103013" h="58865">
                <a:moveTo>
                  <a:pt x="0" y="58865"/>
                </a:moveTo>
                <a:lnTo>
                  <a:pt x="103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62" name="line-162">
            <a:extLst xmlns:a="http://schemas.openxmlformats.org/drawingml/2006/main">
              <a:ext uri="{FF2B5EF4-FFF2-40B4-BE49-F238E27FC236}">
                <a16:creationId xmlns:a16="http://schemas.microsoft.com/office/drawing/2014/main" id="{67D7ED3C-F774-4F27-BCA3-78731D39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110" y="1860042"/>
            <a:ext cx="103013" cy="58865"/>
          </a:xfrm>
          <a:custGeom xmlns:a="http://schemas.openxmlformats.org/drawingml/2006/main">
            <a:pathLst>
              <a:path w="103013" h="58865">
                <a:moveTo>
                  <a:pt x="0" y="0"/>
                </a:moveTo>
                <a:lnTo>
                  <a:pt x="103013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63" name="line-163">
            <a:extLst xmlns:a="http://schemas.openxmlformats.org/drawingml/2006/main">
              <a:ext uri="{FF2B5EF4-FFF2-40B4-BE49-F238E27FC236}">
                <a16:creationId xmlns:a16="http://schemas.microsoft.com/office/drawing/2014/main" id="{F5E0BBCB-2193-496D-8E01-3BFC2138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123" y="1860042"/>
            <a:ext cx="103013" cy="58865"/>
          </a:xfrm>
          <a:custGeom xmlns:a="http://schemas.openxmlformats.org/drawingml/2006/main">
            <a:pathLst>
              <a:path w="103013" h="58865">
                <a:moveTo>
                  <a:pt x="0" y="58865"/>
                </a:moveTo>
                <a:lnTo>
                  <a:pt x="103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64" name="line-164">
            <a:extLst xmlns:a="http://schemas.openxmlformats.org/drawingml/2006/main">
              <a:ext uri="{FF2B5EF4-FFF2-40B4-BE49-F238E27FC236}">
                <a16:creationId xmlns:a16="http://schemas.microsoft.com/office/drawing/2014/main" id="{FFB893FC-70EC-4A58-A21A-D5E2DA3D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136" y="1860042"/>
            <a:ext cx="103013" cy="58865"/>
          </a:xfrm>
          <a:custGeom xmlns:a="http://schemas.openxmlformats.org/drawingml/2006/main">
            <a:pathLst>
              <a:path w="103013" h="58865">
                <a:moveTo>
                  <a:pt x="0" y="0"/>
                </a:moveTo>
                <a:lnTo>
                  <a:pt x="103013" y="58865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165" name="shape-165">
            <a:extLst xmlns:a="http://schemas.openxmlformats.org/drawingml/2006/main">
              <a:ext uri="{FF2B5EF4-FFF2-40B4-BE49-F238E27FC236}">
                <a16:creationId xmlns:a16="http://schemas.microsoft.com/office/drawing/2014/main" id="{5D5FAE69-6988-4F9A-A20C-CBA10EAB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149" y="1845326"/>
            <a:ext cx="147161" cy="147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0F7"/>
          </a:solidFill>
          <a:ln xmlns:a="http://schemas.openxmlformats.org/drawingml/2006/main" w="10792">
            <a:solidFill>
              <a:srgbClr val="384148"/>
            </a:solidFill>
          </a:ln>
        </p:spPr>
      </p:sp>
      <p:sp>
        <p:nvSpPr>
          <p:cNvPr id="166" name="text-+/−-166">
            <a:extLst xmlns:a="http://schemas.openxmlformats.org/drawingml/2006/main">
              <a:ext uri="{FF2B5EF4-FFF2-40B4-BE49-F238E27FC236}">
                <a16:creationId xmlns:a16="http://schemas.microsoft.com/office/drawing/2014/main" id="{C3363408-1238-41B5-8953-A854C492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0885" y="1877701"/>
            <a:ext cx="171688" cy="8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79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+/−</a:t>
            </a:r>
          </a:p>
        </p:txBody>
      </p:sp>
      <p:sp>
        <p:nvSpPr>
          <p:cNvPr id="167" name="line-167">
            <a:extLst xmlns:a="http://schemas.openxmlformats.org/drawingml/2006/main">
              <a:ext uri="{FF2B5EF4-FFF2-40B4-BE49-F238E27FC236}">
                <a16:creationId xmlns:a16="http://schemas.microsoft.com/office/drawing/2014/main" id="{9167E6BD-FECD-48B1-81D5-AF3B7EE2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854" y="1600057"/>
            <a:ext cx="14716" cy="142256"/>
          </a:xfrm>
          <a:custGeom xmlns:a="http://schemas.openxmlformats.org/drawingml/2006/main">
            <a:pathLst>
              <a:path w="14716" h="142256">
                <a:moveTo>
                  <a:pt x="14716" y="1422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384148"/>
            </a:solidFill>
            <a:prstDash val="solid"/>
          </a:ln>
        </p:spPr>
      </p:sp>
      <p:sp>
        <p:nvSpPr>
          <p:cNvPr id="168" name="line-168">
            <a:extLst xmlns:a="http://schemas.openxmlformats.org/drawingml/2006/main">
              <a:ext uri="{FF2B5EF4-FFF2-40B4-BE49-F238E27FC236}">
                <a16:creationId xmlns:a16="http://schemas.microsoft.com/office/drawing/2014/main" id="{A6BE2819-FC4D-4C5C-BF94-C6EF036F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570" y="1678543"/>
            <a:ext cx="107918" cy="63770"/>
          </a:xfrm>
          <a:custGeom xmlns:a="http://schemas.openxmlformats.org/drawingml/2006/main">
            <a:pathLst>
              <a:path w="107918" h="63770">
                <a:moveTo>
                  <a:pt x="0" y="63770"/>
                </a:moveTo>
                <a:lnTo>
                  <a:pt x="10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384148"/>
            </a:solidFill>
            <a:prstDash val="solid"/>
          </a:ln>
        </p:spPr>
      </p:sp>
      <p:sp>
        <p:nvSpPr>
          <p:cNvPr id="169" name="line-169">
            <a:extLst xmlns:a="http://schemas.openxmlformats.org/drawingml/2006/main">
              <a:ext uri="{FF2B5EF4-FFF2-40B4-BE49-F238E27FC236}">
                <a16:creationId xmlns:a16="http://schemas.microsoft.com/office/drawing/2014/main" id="{D95156E1-712C-4A21-95F0-51DBE2F2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044" y="1639300"/>
            <a:ext cx="191" cy="333565"/>
          </a:xfrm>
          <a:custGeom xmlns:a="http://schemas.openxmlformats.org/drawingml/2006/main">
            <a:pathLst>
              <a:path w="191" h="333565">
                <a:moveTo>
                  <a:pt x="0" y="0"/>
                </a:moveTo>
                <a:lnTo>
                  <a:pt x="0" y="333565"/>
                </a:lnTo>
              </a:path>
            </a:pathLst>
          </a:custGeom>
          <a:noFill xmlns:a="http://schemas.openxmlformats.org/drawingml/2006/main"/>
          <a:ln xmlns:a="http://schemas.openxmlformats.org/drawingml/2006/main" w="13245">
            <a:solidFill>
              <a:srgbClr val="384148"/>
            </a:solidFill>
            <a:prstDash val="dash"/>
          </a:ln>
        </p:spPr>
      </p:sp>
      <p:sp>
        <p:nvSpPr>
          <p:cNvPr id="170" name="arrowhead-170">
            <a:extLst xmlns:a="http://schemas.openxmlformats.org/drawingml/2006/main">
              <a:ext uri="{FF2B5EF4-FFF2-40B4-BE49-F238E27FC236}">
                <a16:creationId xmlns:a16="http://schemas.microsoft.com/office/drawing/2014/main" id="{0049BAED-A9C0-469D-9F5E-A8B78D80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5515" y="1978996"/>
            <a:ext cx="70299" cy="72356"/>
          </a:xfrm>
          <a:custGeom xmlns:a="http://schemas.openxmlformats.org/drawingml/2006/main">
            <a:pathLst>
              <a:path w="70299" h="72356">
                <a:moveTo>
                  <a:pt x="70299" y="72356"/>
                </a:moveTo>
                <a:lnTo>
                  <a:pt x="0" y="43786"/>
                </a:lnTo>
                <a:lnTo>
                  <a:pt x="474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71" name="line-171">
            <a:extLst xmlns:a="http://schemas.openxmlformats.org/drawingml/2006/main">
              <a:ext uri="{FF2B5EF4-FFF2-40B4-BE49-F238E27FC236}">
                <a16:creationId xmlns:a16="http://schemas.microsoft.com/office/drawing/2014/main" id="{080AA696-FC41-4B6E-BC01-B53D1DEE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450" y="2129838"/>
            <a:ext cx="191" cy="269796"/>
          </a:xfrm>
          <a:custGeom xmlns:a="http://schemas.openxmlformats.org/drawingml/2006/main">
            <a:pathLst>
              <a:path w="191" h="269796">
                <a:moveTo>
                  <a:pt x="0" y="0"/>
                </a:moveTo>
                <a:lnTo>
                  <a:pt x="0" y="269796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72" name="arrowhead-172">
            <a:extLst xmlns:a="http://schemas.openxmlformats.org/drawingml/2006/main">
              <a:ext uri="{FF2B5EF4-FFF2-40B4-BE49-F238E27FC236}">
                <a16:creationId xmlns:a16="http://schemas.microsoft.com/office/drawing/2014/main" id="{6C34EC0B-691F-4FAE-8B64-80501FBA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172" y="2330958"/>
            <a:ext cx="64555" cy="68675"/>
          </a:xfrm>
          <a:custGeom xmlns:a="http://schemas.openxmlformats.org/drawingml/2006/main">
            <a:pathLst>
              <a:path w="64555" h="68675">
                <a:moveTo>
                  <a:pt x="32277" y="68675"/>
                </a:moveTo>
                <a:lnTo>
                  <a:pt x="0" y="0"/>
                </a:lnTo>
                <a:lnTo>
                  <a:pt x="645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73" name="text-CID-173">
            <a:extLst xmlns:a="http://schemas.openxmlformats.org/drawingml/2006/main">
              <a:ext uri="{FF2B5EF4-FFF2-40B4-BE49-F238E27FC236}">
                <a16:creationId xmlns:a16="http://schemas.microsoft.com/office/drawing/2014/main" id="{11995638-9413-4983-8B27-863211B9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6153" y="2223628"/>
            <a:ext cx="199698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88" b="1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CID</a:t>
            </a:r>
          </a:p>
        </p:txBody>
      </p:sp>
      <p:sp>
        <p:nvSpPr>
          <p:cNvPr id="174" name="line-174">
            <a:extLst xmlns:a="http://schemas.openxmlformats.org/drawingml/2006/main">
              <a:ext uri="{FF2B5EF4-FFF2-40B4-BE49-F238E27FC236}">
                <a16:creationId xmlns:a16="http://schemas.microsoft.com/office/drawing/2014/main" id="{62418972-0258-42C5-A64F-DF3D23F2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370" y="2129838"/>
            <a:ext cx="191" cy="269796"/>
          </a:xfrm>
          <a:custGeom xmlns:a="http://schemas.openxmlformats.org/drawingml/2006/main">
            <a:pathLst>
              <a:path w="191" h="269796">
                <a:moveTo>
                  <a:pt x="0" y="0"/>
                </a:moveTo>
                <a:lnTo>
                  <a:pt x="0" y="269796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75" name="arrowhead-175">
            <a:extLst xmlns:a="http://schemas.openxmlformats.org/drawingml/2006/main">
              <a:ext uri="{FF2B5EF4-FFF2-40B4-BE49-F238E27FC236}">
                <a16:creationId xmlns:a16="http://schemas.microsoft.com/office/drawing/2014/main" id="{FAD4B2E6-263E-4B98-BEDD-49C71726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092" y="2330958"/>
            <a:ext cx="64555" cy="68675"/>
          </a:xfrm>
          <a:custGeom xmlns:a="http://schemas.openxmlformats.org/drawingml/2006/main">
            <a:pathLst>
              <a:path w="64555" h="68675">
                <a:moveTo>
                  <a:pt x="32277" y="68675"/>
                </a:moveTo>
                <a:lnTo>
                  <a:pt x="0" y="0"/>
                </a:lnTo>
                <a:lnTo>
                  <a:pt x="645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76" name="text-CID-176">
            <a:extLst xmlns:a="http://schemas.openxmlformats.org/drawingml/2006/main">
              <a:ext uri="{FF2B5EF4-FFF2-40B4-BE49-F238E27FC236}">
                <a16:creationId xmlns:a16="http://schemas.microsoft.com/office/drawing/2014/main" id="{69E67454-3218-4BE2-83A5-BA37E364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2073" y="2223628"/>
            <a:ext cx="199698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88" b="1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CID</a:t>
            </a:r>
          </a:p>
        </p:txBody>
      </p:sp>
      <p:sp>
        <p:nvSpPr>
          <p:cNvPr id="177" name="line-177">
            <a:extLst xmlns:a="http://schemas.openxmlformats.org/drawingml/2006/main">
              <a:ext uri="{FF2B5EF4-FFF2-40B4-BE49-F238E27FC236}">
                <a16:creationId xmlns:a16="http://schemas.microsoft.com/office/drawing/2014/main" id="{B1209CBF-2D98-4259-BC93-A1B5799C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448" y="2129838"/>
            <a:ext cx="191" cy="269796"/>
          </a:xfrm>
          <a:custGeom xmlns:a="http://schemas.openxmlformats.org/drawingml/2006/main">
            <a:pathLst>
              <a:path w="191" h="269796">
                <a:moveTo>
                  <a:pt x="0" y="0"/>
                </a:moveTo>
                <a:lnTo>
                  <a:pt x="0" y="269796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78" name="arrowhead-178">
            <a:extLst xmlns:a="http://schemas.openxmlformats.org/drawingml/2006/main">
              <a:ext uri="{FF2B5EF4-FFF2-40B4-BE49-F238E27FC236}">
                <a16:creationId xmlns:a16="http://schemas.microsoft.com/office/drawing/2014/main" id="{6D154B10-340F-4DAE-A166-709F8D78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171" y="2330958"/>
            <a:ext cx="64555" cy="68675"/>
          </a:xfrm>
          <a:custGeom xmlns:a="http://schemas.openxmlformats.org/drawingml/2006/main">
            <a:pathLst>
              <a:path w="64555" h="68675">
                <a:moveTo>
                  <a:pt x="32277" y="68675"/>
                </a:moveTo>
                <a:lnTo>
                  <a:pt x="0" y="0"/>
                </a:lnTo>
                <a:lnTo>
                  <a:pt x="645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79" name="text-CID-179">
            <a:extLst xmlns:a="http://schemas.openxmlformats.org/drawingml/2006/main">
              <a:ext uri="{FF2B5EF4-FFF2-40B4-BE49-F238E27FC236}">
                <a16:creationId xmlns:a16="http://schemas.microsoft.com/office/drawing/2014/main" id="{9B82ABB9-AB6B-4E45-A2FA-76DECE59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8152" y="2223628"/>
            <a:ext cx="199698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88" b="1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CID</a:t>
            </a:r>
          </a:p>
        </p:txBody>
      </p:sp>
      <p:sp>
        <p:nvSpPr>
          <p:cNvPr id="180" name="line-180">
            <a:extLst xmlns:a="http://schemas.openxmlformats.org/drawingml/2006/main">
              <a:ext uri="{FF2B5EF4-FFF2-40B4-BE49-F238E27FC236}">
                <a16:creationId xmlns:a16="http://schemas.microsoft.com/office/drawing/2014/main" id="{810DC2A4-4139-4FFE-8505-E116386C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368" y="2129838"/>
            <a:ext cx="191" cy="269796"/>
          </a:xfrm>
          <a:custGeom xmlns:a="http://schemas.openxmlformats.org/drawingml/2006/main">
            <a:pathLst>
              <a:path w="191" h="269796">
                <a:moveTo>
                  <a:pt x="0" y="0"/>
                </a:moveTo>
                <a:lnTo>
                  <a:pt x="0" y="269796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81" name="arrowhead-181">
            <a:extLst xmlns:a="http://schemas.openxmlformats.org/drawingml/2006/main">
              <a:ext uri="{FF2B5EF4-FFF2-40B4-BE49-F238E27FC236}">
                <a16:creationId xmlns:a16="http://schemas.microsoft.com/office/drawing/2014/main" id="{18E81C02-5715-42B0-A0BF-73F7A9AB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091" y="2330958"/>
            <a:ext cx="64555" cy="68675"/>
          </a:xfrm>
          <a:custGeom xmlns:a="http://schemas.openxmlformats.org/drawingml/2006/main">
            <a:pathLst>
              <a:path w="64555" h="68675">
                <a:moveTo>
                  <a:pt x="32277" y="68675"/>
                </a:moveTo>
                <a:lnTo>
                  <a:pt x="0" y="0"/>
                </a:lnTo>
                <a:lnTo>
                  <a:pt x="645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82" name="text-CID-182">
            <a:extLst xmlns:a="http://schemas.openxmlformats.org/drawingml/2006/main">
              <a:ext uri="{FF2B5EF4-FFF2-40B4-BE49-F238E27FC236}">
                <a16:creationId xmlns:a16="http://schemas.microsoft.com/office/drawing/2014/main" id="{B451B64C-5795-45FE-97C5-8BD5DFB7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4072" y="2223628"/>
            <a:ext cx="199698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88" b="1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CID</a:t>
            </a:r>
          </a:p>
        </p:txBody>
      </p:sp>
      <p:sp>
        <p:nvSpPr>
          <p:cNvPr id="183" name="line-183">
            <a:extLst xmlns:a="http://schemas.openxmlformats.org/drawingml/2006/main">
              <a:ext uri="{FF2B5EF4-FFF2-40B4-BE49-F238E27FC236}">
                <a16:creationId xmlns:a16="http://schemas.microsoft.com/office/drawing/2014/main" id="{47C6E986-5F32-4197-A501-3539A97C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886" y="2369220"/>
            <a:ext cx="10792" cy="10792"/>
          </a:xfrm>
          <a:custGeom xmlns:a="http://schemas.openxmlformats.org/drawingml/2006/main">
            <a:pathLst>
              <a:path w="10792" h="10792">
                <a:moveTo>
                  <a:pt x="0" y="10792"/>
                </a:moveTo>
                <a:lnTo>
                  <a:pt x="10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B7068"/>
            </a:solidFill>
            <a:prstDash val="solid"/>
          </a:ln>
        </p:spPr>
      </p:sp>
      <p:sp>
        <p:nvSpPr>
          <p:cNvPr id="184" name="line-184">
            <a:extLst xmlns:a="http://schemas.openxmlformats.org/drawingml/2006/main">
              <a:ext uri="{FF2B5EF4-FFF2-40B4-BE49-F238E27FC236}">
                <a16:creationId xmlns:a16="http://schemas.microsoft.com/office/drawing/2014/main" id="{085EC128-289C-4884-8107-4079E746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678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0"/>
                </a:moveTo>
                <a:lnTo>
                  <a:pt x="10792" y="1349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B7068"/>
            </a:solidFill>
            <a:prstDash val="solid"/>
          </a:ln>
        </p:spPr>
      </p:sp>
      <p:sp>
        <p:nvSpPr>
          <p:cNvPr id="185" name="line-185">
            <a:extLst xmlns:a="http://schemas.openxmlformats.org/drawingml/2006/main">
              <a:ext uri="{FF2B5EF4-FFF2-40B4-BE49-F238E27FC236}">
                <a16:creationId xmlns:a16="http://schemas.microsoft.com/office/drawing/2014/main" id="{1753054D-5D9C-4B8E-9FE1-A53EF745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470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13490"/>
                </a:moveTo>
                <a:lnTo>
                  <a:pt x="10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B7068"/>
            </a:solidFill>
            <a:prstDash val="solid"/>
          </a:ln>
        </p:spPr>
      </p:sp>
      <p:sp>
        <p:nvSpPr>
          <p:cNvPr id="186" name="line-186">
            <a:extLst xmlns:a="http://schemas.openxmlformats.org/drawingml/2006/main">
              <a:ext uri="{FF2B5EF4-FFF2-40B4-BE49-F238E27FC236}">
                <a16:creationId xmlns:a16="http://schemas.microsoft.com/office/drawing/2014/main" id="{924BAE77-C428-4CF9-AEE1-674325F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262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0"/>
                </a:moveTo>
                <a:lnTo>
                  <a:pt x="10792" y="1349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B7068"/>
            </a:solidFill>
            <a:prstDash val="solid"/>
          </a:ln>
        </p:spPr>
      </p:sp>
      <p:sp>
        <p:nvSpPr>
          <p:cNvPr id="187" name="line-187">
            <a:extLst xmlns:a="http://schemas.openxmlformats.org/drawingml/2006/main">
              <a:ext uri="{FF2B5EF4-FFF2-40B4-BE49-F238E27FC236}">
                <a16:creationId xmlns:a16="http://schemas.microsoft.com/office/drawing/2014/main" id="{F72C0CB0-45AC-4710-8D03-7DD52F67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054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13490"/>
                </a:moveTo>
                <a:lnTo>
                  <a:pt x="10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B7068"/>
            </a:solidFill>
            <a:prstDash val="solid"/>
          </a:ln>
        </p:spPr>
      </p:sp>
      <p:sp>
        <p:nvSpPr>
          <p:cNvPr id="188" name="line-188">
            <a:extLst xmlns:a="http://schemas.openxmlformats.org/drawingml/2006/main">
              <a:ext uri="{FF2B5EF4-FFF2-40B4-BE49-F238E27FC236}">
                <a16:creationId xmlns:a16="http://schemas.microsoft.com/office/drawing/2014/main" id="{3DA99E29-B708-4DF7-913E-29D3CDF8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846" y="2369220"/>
            <a:ext cx="10792" cy="10792"/>
          </a:xfrm>
          <a:custGeom xmlns:a="http://schemas.openxmlformats.org/drawingml/2006/main">
            <a:pathLst>
              <a:path w="10792" h="10792">
                <a:moveTo>
                  <a:pt x="0" y="0"/>
                </a:moveTo>
                <a:lnTo>
                  <a:pt x="10792" y="10792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B7068"/>
            </a:solidFill>
            <a:prstDash val="solid"/>
          </a:ln>
        </p:spPr>
      </p:sp>
      <p:sp>
        <p:nvSpPr>
          <p:cNvPr id="189" name="line-189">
            <a:extLst xmlns:a="http://schemas.openxmlformats.org/drawingml/2006/main">
              <a:ext uri="{FF2B5EF4-FFF2-40B4-BE49-F238E27FC236}">
                <a16:creationId xmlns:a16="http://schemas.microsoft.com/office/drawing/2014/main" id="{AD1B1593-0FC3-4DAD-AD62-8D6ED293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656" y="2345674"/>
            <a:ext cx="68675" cy="34338"/>
          </a:xfrm>
          <a:custGeom xmlns:a="http://schemas.openxmlformats.org/drawingml/2006/main">
            <a:pathLst>
              <a:path w="68675" h="34338">
                <a:moveTo>
                  <a:pt x="0" y="34338"/>
                </a:moveTo>
                <a:lnTo>
                  <a:pt x="6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0B7068"/>
            </a:solidFill>
            <a:prstDash val="solid"/>
          </a:ln>
        </p:spPr>
      </p:sp>
      <p:sp>
        <p:nvSpPr>
          <p:cNvPr id="190" name="line-190">
            <a:extLst xmlns:a="http://schemas.openxmlformats.org/drawingml/2006/main">
              <a:ext uri="{FF2B5EF4-FFF2-40B4-BE49-F238E27FC236}">
                <a16:creationId xmlns:a16="http://schemas.microsoft.com/office/drawing/2014/main" id="{B9B34466-6224-4E6C-BF2E-0B6D15DE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332" y="2345674"/>
            <a:ext cx="63770" cy="34338"/>
          </a:xfrm>
          <a:custGeom xmlns:a="http://schemas.openxmlformats.org/drawingml/2006/main">
            <a:pathLst>
              <a:path w="63770" h="34338">
                <a:moveTo>
                  <a:pt x="0" y="0"/>
                </a:moveTo>
                <a:lnTo>
                  <a:pt x="63770" y="34338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0B7068"/>
            </a:solidFill>
            <a:prstDash val="solid"/>
          </a:ln>
        </p:spPr>
      </p:sp>
      <p:sp>
        <p:nvSpPr>
          <p:cNvPr id="191" name="line-191">
            <a:extLst xmlns:a="http://schemas.openxmlformats.org/drawingml/2006/main">
              <a:ext uri="{FF2B5EF4-FFF2-40B4-BE49-F238E27FC236}">
                <a16:creationId xmlns:a16="http://schemas.microsoft.com/office/drawing/2014/main" id="{E4758A2B-3114-41E8-A1F3-598AC03D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101" y="2345674"/>
            <a:ext cx="63770" cy="34338"/>
          </a:xfrm>
          <a:custGeom xmlns:a="http://schemas.openxmlformats.org/drawingml/2006/main">
            <a:pathLst>
              <a:path w="63770" h="34338">
                <a:moveTo>
                  <a:pt x="0" y="34338"/>
                </a:moveTo>
                <a:lnTo>
                  <a:pt x="63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0B7068"/>
            </a:solidFill>
            <a:prstDash val="solid"/>
          </a:ln>
        </p:spPr>
      </p:sp>
      <p:sp>
        <p:nvSpPr>
          <p:cNvPr id="192" name="line-192">
            <a:extLst xmlns:a="http://schemas.openxmlformats.org/drawingml/2006/main">
              <a:ext uri="{FF2B5EF4-FFF2-40B4-BE49-F238E27FC236}">
                <a16:creationId xmlns:a16="http://schemas.microsoft.com/office/drawing/2014/main" id="{84200794-2920-45B4-9EE2-A6094020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871" y="2345674"/>
            <a:ext cx="68675" cy="34338"/>
          </a:xfrm>
          <a:custGeom xmlns:a="http://schemas.openxmlformats.org/drawingml/2006/main">
            <a:pathLst>
              <a:path w="68675" h="34338">
                <a:moveTo>
                  <a:pt x="0" y="0"/>
                </a:moveTo>
                <a:lnTo>
                  <a:pt x="68675" y="34338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0B7068"/>
            </a:solidFill>
            <a:prstDash val="solid"/>
          </a:ln>
        </p:spPr>
      </p:sp>
      <p:sp>
        <p:nvSpPr>
          <p:cNvPr id="193" name="line-193">
            <a:extLst xmlns:a="http://schemas.openxmlformats.org/drawingml/2006/main">
              <a:ext uri="{FF2B5EF4-FFF2-40B4-BE49-F238E27FC236}">
                <a16:creationId xmlns:a16="http://schemas.microsoft.com/office/drawing/2014/main" id="{F25BEC90-874C-4F35-B0B7-9FF694DE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547" y="2345674"/>
            <a:ext cx="63770" cy="34338"/>
          </a:xfrm>
          <a:custGeom xmlns:a="http://schemas.openxmlformats.org/drawingml/2006/main">
            <a:pathLst>
              <a:path w="63770" h="34338">
                <a:moveTo>
                  <a:pt x="0" y="34338"/>
                </a:moveTo>
                <a:lnTo>
                  <a:pt x="63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0B7068"/>
            </a:solidFill>
            <a:prstDash val="solid"/>
          </a:ln>
        </p:spPr>
      </p:sp>
      <p:sp>
        <p:nvSpPr>
          <p:cNvPr id="194" name="line-194">
            <a:extLst xmlns:a="http://schemas.openxmlformats.org/drawingml/2006/main">
              <a:ext uri="{FF2B5EF4-FFF2-40B4-BE49-F238E27FC236}">
                <a16:creationId xmlns:a16="http://schemas.microsoft.com/office/drawing/2014/main" id="{0D5D89F5-05B2-4714-A016-130770D7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674" y="2247567"/>
            <a:ext cx="191" cy="98108"/>
          </a:xfrm>
          <a:custGeom xmlns:a="http://schemas.openxmlformats.org/drawingml/2006/main">
            <a:pathLst>
              <a:path w="191" h="98108">
                <a:moveTo>
                  <a:pt x="0" y="981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195" name="line-195">
            <a:extLst xmlns:a="http://schemas.openxmlformats.org/drawingml/2006/main">
              <a:ext uri="{FF2B5EF4-FFF2-40B4-BE49-F238E27FC236}">
                <a16:creationId xmlns:a16="http://schemas.microsoft.com/office/drawing/2014/main" id="{A80F8090-9A9A-46A0-B66E-350AAD9C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958" y="2247567"/>
            <a:ext cx="191" cy="98108"/>
          </a:xfrm>
          <a:custGeom xmlns:a="http://schemas.openxmlformats.org/drawingml/2006/main">
            <a:pathLst>
              <a:path w="191" h="98108">
                <a:moveTo>
                  <a:pt x="0" y="981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196" name="line-196">
            <a:extLst xmlns:a="http://schemas.openxmlformats.org/drawingml/2006/main">
              <a:ext uri="{FF2B5EF4-FFF2-40B4-BE49-F238E27FC236}">
                <a16:creationId xmlns:a16="http://schemas.microsoft.com/office/drawing/2014/main" id="{E1EB6EDD-A0D7-47F1-B54B-969ACFAA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452" y="2213229"/>
            <a:ext cx="58865" cy="34338"/>
          </a:xfrm>
          <a:custGeom xmlns:a="http://schemas.openxmlformats.org/drawingml/2006/main">
            <a:pathLst>
              <a:path w="58865" h="34338">
                <a:moveTo>
                  <a:pt x="58865" y="3433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197" name="line-197">
            <a:extLst xmlns:a="http://schemas.openxmlformats.org/drawingml/2006/main">
              <a:ext uri="{FF2B5EF4-FFF2-40B4-BE49-F238E27FC236}">
                <a16:creationId xmlns:a16="http://schemas.microsoft.com/office/drawing/2014/main" id="{325758C2-680E-42F8-BC44-24E6435B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316" y="2213229"/>
            <a:ext cx="58865" cy="34338"/>
          </a:xfrm>
          <a:custGeom xmlns:a="http://schemas.openxmlformats.org/drawingml/2006/main">
            <a:pathLst>
              <a:path w="58865" h="34338">
                <a:moveTo>
                  <a:pt x="0" y="34338"/>
                </a:moveTo>
                <a:lnTo>
                  <a:pt x="588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198" name="line-198">
            <a:extLst xmlns:a="http://schemas.openxmlformats.org/drawingml/2006/main">
              <a:ext uri="{FF2B5EF4-FFF2-40B4-BE49-F238E27FC236}">
                <a16:creationId xmlns:a16="http://schemas.microsoft.com/office/drawing/2014/main" id="{A93A6F5C-93B5-4B69-928F-20D1F957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806" y="2369220"/>
            <a:ext cx="10792" cy="10792"/>
          </a:xfrm>
          <a:custGeom xmlns:a="http://schemas.openxmlformats.org/drawingml/2006/main">
            <a:pathLst>
              <a:path w="10792" h="10792">
                <a:moveTo>
                  <a:pt x="0" y="10792"/>
                </a:moveTo>
                <a:lnTo>
                  <a:pt x="10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B7068"/>
            </a:solidFill>
            <a:prstDash val="solid"/>
          </a:ln>
        </p:spPr>
      </p:sp>
      <p:sp>
        <p:nvSpPr>
          <p:cNvPr id="199" name="line-199">
            <a:extLst xmlns:a="http://schemas.openxmlformats.org/drawingml/2006/main">
              <a:ext uri="{FF2B5EF4-FFF2-40B4-BE49-F238E27FC236}">
                <a16:creationId xmlns:a16="http://schemas.microsoft.com/office/drawing/2014/main" id="{E2FD8DB1-A281-4732-B69D-25D6EA60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598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0"/>
                </a:moveTo>
                <a:lnTo>
                  <a:pt x="10792" y="1349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B7068"/>
            </a:solidFill>
            <a:prstDash val="solid"/>
          </a:ln>
        </p:spPr>
      </p:sp>
      <p:sp>
        <p:nvSpPr>
          <p:cNvPr id="200" name="line-200">
            <a:extLst xmlns:a="http://schemas.openxmlformats.org/drawingml/2006/main">
              <a:ext uri="{FF2B5EF4-FFF2-40B4-BE49-F238E27FC236}">
                <a16:creationId xmlns:a16="http://schemas.microsoft.com/office/drawing/2014/main" id="{0FF66D83-47CE-4E94-AA4E-1EEA88A4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390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13490"/>
                </a:moveTo>
                <a:lnTo>
                  <a:pt x="10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B7068"/>
            </a:solidFill>
            <a:prstDash val="solid"/>
          </a:ln>
        </p:spPr>
      </p:sp>
      <p:sp>
        <p:nvSpPr>
          <p:cNvPr id="201" name="line-201">
            <a:extLst xmlns:a="http://schemas.openxmlformats.org/drawingml/2006/main">
              <a:ext uri="{FF2B5EF4-FFF2-40B4-BE49-F238E27FC236}">
                <a16:creationId xmlns:a16="http://schemas.microsoft.com/office/drawing/2014/main" id="{7D1CD170-E5C9-43E9-B491-258B8208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182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0"/>
                </a:moveTo>
                <a:lnTo>
                  <a:pt x="10792" y="1349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B7068"/>
            </a:solidFill>
            <a:prstDash val="solid"/>
          </a:ln>
        </p:spPr>
      </p:sp>
      <p:sp>
        <p:nvSpPr>
          <p:cNvPr id="202" name="line-202">
            <a:extLst xmlns:a="http://schemas.openxmlformats.org/drawingml/2006/main">
              <a:ext uri="{FF2B5EF4-FFF2-40B4-BE49-F238E27FC236}">
                <a16:creationId xmlns:a16="http://schemas.microsoft.com/office/drawing/2014/main" id="{857F0947-3862-486D-9DE8-BF94D55F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974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13490"/>
                </a:moveTo>
                <a:lnTo>
                  <a:pt x="10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B7068"/>
            </a:solidFill>
            <a:prstDash val="solid"/>
          </a:ln>
        </p:spPr>
      </p:sp>
      <p:sp>
        <p:nvSpPr>
          <p:cNvPr id="203" name="line-203">
            <a:extLst xmlns:a="http://schemas.openxmlformats.org/drawingml/2006/main">
              <a:ext uri="{FF2B5EF4-FFF2-40B4-BE49-F238E27FC236}">
                <a16:creationId xmlns:a16="http://schemas.microsoft.com/office/drawing/2014/main" id="{5AD8C530-2C42-4558-ABF1-887DDCBE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765" y="2369220"/>
            <a:ext cx="10792" cy="10792"/>
          </a:xfrm>
          <a:custGeom xmlns:a="http://schemas.openxmlformats.org/drawingml/2006/main">
            <a:pathLst>
              <a:path w="10792" h="10792">
                <a:moveTo>
                  <a:pt x="0" y="0"/>
                </a:moveTo>
                <a:lnTo>
                  <a:pt x="10792" y="10792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B7068"/>
            </a:solidFill>
            <a:prstDash val="solid"/>
          </a:ln>
        </p:spPr>
      </p:sp>
      <p:sp>
        <p:nvSpPr>
          <p:cNvPr id="204" name="line-204">
            <a:extLst xmlns:a="http://schemas.openxmlformats.org/drawingml/2006/main">
              <a:ext uri="{FF2B5EF4-FFF2-40B4-BE49-F238E27FC236}">
                <a16:creationId xmlns:a16="http://schemas.microsoft.com/office/drawing/2014/main" id="{97E8748A-B00F-430C-B7A1-5FB55A06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576" y="2345674"/>
            <a:ext cx="68675" cy="34338"/>
          </a:xfrm>
          <a:custGeom xmlns:a="http://schemas.openxmlformats.org/drawingml/2006/main">
            <a:pathLst>
              <a:path w="68675" h="34338">
                <a:moveTo>
                  <a:pt x="0" y="34338"/>
                </a:moveTo>
                <a:lnTo>
                  <a:pt x="6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0B7068"/>
            </a:solidFill>
            <a:prstDash val="solid"/>
          </a:ln>
        </p:spPr>
      </p:sp>
      <p:sp>
        <p:nvSpPr>
          <p:cNvPr id="205" name="line-205">
            <a:extLst xmlns:a="http://schemas.openxmlformats.org/drawingml/2006/main">
              <a:ext uri="{FF2B5EF4-FFF2-40B4-BE49-F238E27FC236}">
                <a16:creationId xmlns:a16="http://schemas.microsoft.com/office/drawing/2014/main" id="{1E58C28E-EAD6-47A0-ACEF-A20ED69F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51" y="2345674"/>
            <a:ext cx="63770" cy="34338"/>
          </a:xfrm>
          <a:custGeom xmlns:a="http://schemas.openxmlformats.org/drawingml/2006/main">
            <a:pathLst>
              <a:path w="63770" h="34338">
                <a:moveTo>
                  <a:pt x="0" y="0"/>
                </a:moveTo>
                <a:lnTo>
                  <a:pt x="63770" y="34338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0B7068"/>
            </a:solidFill>
            <a:prstDash val="solid"/>
          </a:ln>
        </p:spPr>
      </p:sp>
      <p:sp>
        <p:nvSpPr>
          <p:cNvPr id="206" name="line-206">
            <a:extLst xmlns:a="http://schemas.openxmlformats.org/drawingml/2006/main">
              <a:ext uri="{FF2B5EF4-FFF2-40B4-BE49-F238E27FC236}">
                <a16:creationId xmlns:a16="http://schemas.microsoft.com/office/drawing/2014/main" id="{05E5C867-1667-4AC1-9324-A9D6FD88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021" y="2345674"/>
            <a:ext cx="63770" cy="34338"/>
          </a:xfrm>
          <a:custGeom xmlns:a="http://schemas.openxmlformats.org/drawingml/2006/main">
            <a:pathLst>
              <a:path w="63770" h="34338">
                <a:moveTo>
                  <a:pt x="0" y="34338"/>
                </a:moveTo>
                <a:lnTo>
                  <a:pt x="63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0B7068"/>
            </a:solidFill>
            <a:prstDash val="solid"/>
          </a:ln>
        </p:spPr>
      </p:sp>
      <p:sp>
        <p:nvSpPr>
          <p:cNvPr id="207" name="line-207">
            <a:extLst xmlns:a="http://schemas.openxmlformats.org/drawingml/2006/main">
              <a:ext uri="{FF2B5EF4-FFF2-40B4-BE49-F238E27FC236}">
                <a16:creationId xmlns:a16="http://schemas.microsoft.com/office/drawing/2014/main" id="{7F9DFB26-4AD6-40FC-B045-79E63A92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791" y="2345674"/>
            <a:ext cx="68675" cy="34338"/>
          </a:xfrm>
          <a:custGeom xmlns:a="http://schemas.openxmlformats.org/drawingml/2006/main">
            <a:pathLst>
              <a:path w="68675" h="34338">
                <a:moveTo>
                  <a:pt x="0" y="0"/>
                </a:moveTo>
                <a:lnTo>
                  <a:pt x="68675" y="34338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0B7068"/>
            </a:solidFill>
            <a:prstDash val="solid"/>
          </a:ln>
        </p:spPr>
      </p:sp>
      <p:sp>
        <p:nvSpPr>
          <p:cNvPr id="208" name="line-208">
            <a:extLst xmlns:a="http://schemas.openxmlformats.org/drawingml/2006/main">
              <a:ext uri="{FF2B5EF4-FFF2-40B4-BE49-F238E27FC236}">
                <a16:creationId xmlns:a16="http://schemas.microsoft.com/office/drawing/2014/main" id="{C0B0C86D-17E0-4903-90C8-46DFB7CC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466" y="2345674"/>
            <a:ext cx="63770" cy="34338"/>
          </a:xfrm>
          <a:custGeom xmlns:a="http://schemas.openxmlformats.org/drawingml/2006/main">
            <a:pathLst>
              <a:path w="63770" h="34338">
                <a:moveTo>
                  <a:pt x="0" y="34338"/>
                </a:moveTo>
                <a:lnTo>
                  <a:pt x="63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0B7068"/>
            </a:solidFill>
            <a:prstDash val="solid"/>
          </a:ln>
        </p:spPr>
      </p:sp>
      <p:sp>
        <p:nvSpPr>
          <p:cNvPr id="209" name="line-209">
            <a:extLst xmlns:a="http://schemas.openxmlformats.org/drawingml/2006/main">
              <a:ext uri="{FF2B5EF4-FFF2-40B4-BE49-F238E27FC236}">
                <a16:creationId xmlns:a16="http://schemas.microsoft.com/office/drawing/2014/main" id="{46E47B93-52F7-4624-990D-519E2D1C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594" y="2247567"/>
            <a:ext cx="191" cy="98108"/>
          </a:xfrm>
          <a:custGeom xmlns:a="http://schemas.openxmlformats.org/drawingml/2006/main">
            <a:pathLst>
              <a:path w="191" h="98108">
                <a:moveTo>
                  <a:pt x="0" y="981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210" name="line-210">
            <a:extLst xmlns:a="http://schemas.openxmlformats.org/drawingml/2006/main">
              <a:ext uri="{FF2B5EF4-FFF2-40B4-BE49-F238E27FC236}">
                <a16:creationId xmlns:a16="http://schemas.microsoft.com/office/drawing/2014/main" id="{7D7CA873-415D-4465-88DC-350E8C15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878" y="2247567"/>
            <a:ext cx="191" cy="98108"/>
          </a:xfrm>
          <a:custGeom xmlns:a="http://schemas.openxmlformats.org/drawingml/2006/main">
            <a:pathLst>
              <a:path w="191" h="98108">
                <a:moveTo>
                  <a:pt x="0" y="981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211" name="text-O-211">
            <a:extLst xmlns:a="http://schemas.openxmlformats.org/drawingml/2006/main">
              <a:ext uri="{FF2B5EF4-FFF2-40B4-BE49-F238E27FC236}">
                <a16:creationId xmlns:a16="http://schemas.microsoft.com/office/drawing/2014/main" id="{198D9D1D-7837-473D-9E1D-060CA321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8183" y="2185170"/>
            <a:ext cx="98108" cy="65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64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64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464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12" name="line-212">
            <a:extLst xmlns:a="http://schemas.openxmlformats.org/drawingml/2006/main">
              <a:ext uri="{FF2B5EF4-FFF2-40B4-BE49-F238E27FC236}">
                <a16:creationId xmlns:a16="http://schemas.microsoft.com/office/drawing/2014/main" id="{79CB034D-7DF5-4B2B-9B46-604843D2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2195" y="2369220"/>
            <a:ext cx="10792" cy="10792"/>
          </a:xfrm>
          <a:custGeom xmlns:a="http://schemas.openxmlformats.org/drawingml/2006/main">
            <a:pathLst>
              <a:path w="10792" h="10792">
                <a:moveTo>
                  <a:pt x="0" y="10792"/>
                </a:moveTo>
                <a:lnTo>
                  <a:pt x="10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D64F32"/>
            </a:solidFill>
            <a:prstDash val="solid"/>
          </a:ln>
        </p:spPr>
      </p:sp>
      <p:sp>
        <p:nvSpPr>
          <p:cNvPr id="213" name="line-213">
            <a:extLst xmlns:a="http://schemas.openxmlformats.org/drawingml/2006/main">
              <a:ext uri="{FF2B5EF4-FFF2-40B4-BE49-F238E27FC236}">
                <a16:creationId xmlns:a16="http://schemas.microsoft.com/office/drawing/2014/main" id="{0FC0E74A-3E98-4793-B457-939604B7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987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0"/>
                </a:moveTo>
                <a:lnTo>
                  <a:pt x="10792" y="1349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D64F32"/>
            </a:solidFill>
            <a:prstDash val="solid"/>
          </a:ln>
        </p:spPr>
      </p:sp>
      <p:sp>
        <p:nvSpPr>
          <p:cNvPr id="214" name="line-214">
            <a:extLst xmlns:a="http://schemas.openxmlformats.org/drawingml/2006/main">
              <a:ext uri="{FF2B5EF4-FFF2-40B4-BE49-F238E27FC236}">
                <a16:creationId xmlns:a16="http://schemas.microsoft.com/office/drawing/2014/main" id="{3661EB8C-38EC-4D94-8740-5B67127B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778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13490"/>
                </a:moveTo>
                <a:lnTo>
                  <a:pt x="10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D64F32"/>
            </a:solidFill>
            <a:prstDash val="solid"/>
          </a:ln>
        </p:spPr>
      </p:sp>
      <p:sp>
        <p:nvSpPr>
          <p:cNvPr id="215" name="line-215">
            <a:extLst xmlns:a="http://schemas.openxmlformats.org/drawingml/2006/main">
              <a:ext uri="{FF2B5EF4-FFF2-40B4-BE49-F238E27FC236}">
                <a16:creationId xmlns:a16="http://schemas.microsoft.com/office/drawing/2014/main" id="{13BFFF49-2925-48C7-8197-C1B53605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570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0"/>
                </a:moveTo>
                <a:lnTo>
                  <a:pt x="10792" y="1349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D64F32"/>
            </a:solidFill>
            <a:prstDash val="solid"/>
          </a:ln>
        </p:spPr>
      </p:sp>
      <p:sp>
        <p:nvSpPr>
          <p:cNvPr id="216" name="line-216">
            <a:extLst xmlns:a="http://schemas.openxmlformats.org/drawingml/2006/main">
              <a:ext uri="{FF2B5EF4-FFF2-40B4-BE49-F238E27FC236}">
                <a16:creationId xmlns:a16="http://schemas.microsoft.com/office/drawing/2014/main" id="{7F8E561A-1DFD-45D3-8130-720E3AC8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362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13490"/>
                </a:moveTo>
                <a:lnTo>
                  <a:pt x="10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D64F32"/>
            </a:solidFill>
            <a:prstDash val="solid"/>
          </a:ln>
        </p:spPr>
      </p:sp>
      <p:sp>
        <p:nvSpPr>
          <p:cNvPr id="217" name="line-217">
            <a:extLst xmlns:a="http://schemas.openxmlformats.org/drawingml/2006/main">
              <a:ext uri="{FF2B5EF4-FFF2-40B4-BE49-F238E27FC236}">
                <a16:creationId xmlns:a16="http://schemas.microsoft.com/office/drawing/2014/main" id="{DD831C7D-1F42-4B7A-B973-84130CE8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154" y="2369220"/>
            <a:ext cx="10792" cy="10792"/>
          </a:xfrm>
          <a:custGeom xmlns:a="http://schemas.openxmlformats.org/drawingml/2006/main">
            <a:pathLst>
              <a:path w="10792" h="10792">
                <a:moveTo>
                  <a:pt x="0" y="0"/>
                </a:moveTo>
                <a:lnTo>
                  <a:pt x="10792" y="10792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D64F32"/>
            </a:solidFill>
            <a:prstDash val="solid"/>
          </a:ln>
        </p:spPr>
      </p:sp>
      <p:sp>
        <p:nvSpPr>
          <p:cNvPr id="218" name="line-218">
            <a:extLst xmlns:a="http://schemas.openxmlformats.org/drawingml/2006/main">
              <a:ext uri="{FF2B5EF4-FFF2-40B4-BE49-F238E27FC236}">
                <a16:creationId xmlns:a16="http://schemas.microsoft.com/office/drawing/2014/main" id="{C25D10D3-49F3-4750-A02C-CE47CF3E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965" y="2345674"/>
            <a:ext cx="63770" cy="34338"/>
          </a:xfrm>
          <a:custGeom xmlns:a="http://schemas.openxmlformats.org/drawingml/2006/main">
            <a:pathLst>
              <a:path w="63770" h="34338">
                <a:moveTo>
                  <a:pt x="0" y="34338"/>
                </a:moveTo>
                <a:lnTo>
                  <a:pt x="63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D64F32"/>
            </a:solidFill>
            <a:prstDash val="solid"/>
          </a:ln>
        </p:spPr>
      </p:sp>
      <p:sp>
        <p:nvSpPr>
          <p:cNvPr id="219" name="line-219">
            <a:extLst xmlns:a="http://schemas.openxmlformats.org/drawingml/2006/main">
              <a:ext uri="{FF2B5EF4-FFF2-40B4-BE49-F238E27FC236}">
                <a16:creationId xmlns:a16="http://schemas.microsoft.com/office/drawing/2014/main" id="{D5FF4E43-595B-4DCD-BEBC-1A781181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35" y="2345674"/>
            <a:ext cx="58864" cy="34338"/>
          </a:xfrm>
          <a:custGeom xmlns:a="http://schemas.openxmlformats.org/drawingml/2006/main">
            <a:pathLst>
              <a:path w="58864" h="34338">
                <a:moveTo>
                  <a:pt x="0" y="0"/>
                </a:moveTo>
                <a:lnTo>
                  <a:pt x="58864" y="34338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D64F32"/>
            </a:solidFill>
            <a:prstDash val="solid"/>
          </a:ln>
        </p:spPr>
      </p:sp>
      <p:sp>
        <p:nvSpPr>
          <p:cNvPr id="220" name="line-220">
            <a:extLst xmlns:a="http://schemas.openxmlformats.org/drawingml/2006/main">
              <a:ext uri="{FF2B5EF4-FFF2-40B4-BE49-F238E27FC236}">
                <a16:creationId xmlns:a16="http://schemas.microsoft.com/office/drawing/2014/main" id="{E4FA8299-3722-41E5-A187-805969B1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957" y="2281904"/>
            <a:ext cx="191" cy="98108"/>
          </a:xfrm>
          <a:custGeom xmlns:a="http://schemas.openxmlformats.org/drawingml/2006/main">
            <a:pathLst>
              <a:path w="191" h="98108">
                <a:moveTo>
                  <a:pt x="0" y="981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221" name="line-221">
            <a:extLst xmlns:a="http://schemas.openxmlformats.org/drawingml/2006/main">
              <a:ext uri="{FF2B5EF4-FFF2-40B4-BE49-F238E27FC236}">
                <a16:creationId xmlns:a16="http://schemas.microsoft.com/office/drawing/2014/main" id="{42DA011A-A1A4-4AF1-980D-C8EAB617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241" y="2281904"/>
            <a:ext cx="191" cy="98108"/>
          </a:xfrm>
          <a:custGeom xmlns:a="http://schemas.openxmlformats.org/drawingml/2006/main">
            <a:pathLst>
              <a:path w="191" h="98108">
                <a:moveTo>
                  <a:pt x="0" y="981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222" name="line-222">
            <a:extLst xmlns:a="http://schemas.openxmlformats.org/drawingml/2006/main">
              <a:ext uri="{FF2B5EF4-FFF2-40B4-BE49-F238E27FC236}">
                <a16:creationId xmlns:a16="http://schemas.microsoft.com/office/drawing/2014/main" id="{11F584DE-3076-4312-832B-EE24E998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35" y="2247567"/>
            <a:ext cx="58864" cy="34338"/>
          </a:xfrm>
          <a:custGeom xmlns:a="http://schemas.openxmlformats.org/drawingml/2006/main">
            <a:pathLst>
              <a:path w="58864" h="34338">
                <a:moveTo>
                  <a:pt x="58864" y="3433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223" name="line-223">
            <a:extLst xmlns:a="http://schemas.openxmlformats.org/drawingml/2006/main">
              <a:ext uri="{FF2B5EF4-FFF2-40B4-BE49-F238E27FC236}">
                <a16:creationId xmlns:a16="http://schemas.microsoft.com/office/drawing/2014/main" id="{0ABEFE79-27AA-43DE-BDB0-9961B115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599" y="2247567"/>
            <a:ext cx="58865" cy="34338"/>
          </a:xfrm>
          <a:custGeom xmlns:a="http://schemas.openxmlformats.org/drawingml/2006/main">
            <a:pathLst>
              <a:path w="58865" h="34338">
                <a:moveTo>
                  <a:pt x="0" y="34338"/>
                </a:moveTo>
                <a:lnTo>
                  <a:pt x="588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224" name="line-224">
            <a:extLst xmlns:a="http://schemas.openxmlformats.org/drawingml/2006/main">
              <a:ext uri="{FF2B5EF4-FFF2-40B4-BE49-F238E27FC236}">
                <a16:creationId xmlns:a16="http://schemas.microsoft.com/office/drawing/2014/main" id="{9289AC59-0589-48F0-B64F-E549A5E2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115" y="2369220"/>
            <a:ext cx="10792" cy="10792"/>
          </a:xfrm>
          <a:custGeom xmlns:a="http://schemas.openxmlformats.org/drawingml/2006/main">
            <a:pathLst>
              <a:path w="10792" h="10792">
                <a:moveTo>
                  <a:pt x="0" y="10792"/>
                </a:moveTo>
                <a:lnTo>
                  <a:pt x="10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D64F32"/>
            </a:solidFill>
            <a:prstDash val="solid"/>
          </a:ln>
        </p:spPr>
      </p:sp>
      <p:sp>
        <p:nvSpPr>
          <p:cNvPr id="225" name="line-225">
            <a:extLst xmlns:a="http://schemas.openxmlformats.org/drawingml/2006/main">
              <a:ext uri="{FF2B5EF4-FFF2-40B4-BE49-F238E27FC236}">
                <a16:creationId xmlns:a16="http://schemas.microsoft.com/office/drawing/2014/main" id="{232D80AC-01C7-43F3-BEE4-E62D5984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906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0"/>
                </a:moveTo>
                <a:lnTo>
                  <a:pt x="10792" y="1349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D64F32"/>
            </a:solidFill>
            <a:prstDash val="solid"/>
          </a:ln>
        </p:spPr>
      </p:sp>
      <p:sp>
        <p:nvSpPr>
          <p:cNvPr id="226" name="line-226">
            <a:extLst xmlns:a="http://schemas.openxmlformats.org/drawingml/2006/main">
              <a:ext uri="{FF2B5EF4-FFF2-40B4-BE49-F238E27FC236}">
                <a16:creationId xmlns:a16="http://schemas.microsoft.com/office/drawing/2014/main" id="{61B7149A-2E79-4E79-B537-BE334BEA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698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13490"/>
                </a:moveTo>
                <a:lnTo>
                  <a:pt x="10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D64F32"/>
            </a:solidFill>
            <a:prstDash val="solid"/>
          </a:ln>
        </p:spPr>
      </p:sp>
      <p:sp>
        <p:nvSpPr>
          <p:cNvPr id="227" name="line-227">
            <a:extLst xmlns:a="http://schemas.openxmlformats.org/drawingml/2006/main">
              <a:ext uri="{FF2B5EF4-FFF2-40B4-BE49-F238E27FC236}">
                <a16:creationId xmlns:a16="http://schemas.microsoft.com/office/drawing/2014/main" id="{65780C6D-46CC-42AB-81B3-6053BE2B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490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0"/>
                </a:moveTo>
                <a:lnTo>
                  <a:pt x="10792" y="1349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D64F32"/>
            </a:solidFill>
            <a:prstDash val="solid"/>
          </a:ln>
        </p:spPr>
      </p:sp>
      <p:sp>
        <p:nvSpPr>
          <p:cNvPr id="228" name="line-228">
            <a:extLst xmlns:a="http://schemas.openxmlformats.org/drawingml/2006/main">
              <a:ext uri="{FF2B5EF4-FFF2-40B4-BE49-F238E27FC236}">
                <a16:creationId xmlns:a16="http://schemas.microsoft.com/office/drawing/2014/main" id="{F965C160-E610-43C0-A90C-67376F69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282" y="2369220"/>
            <a:ext cx="10792" cy="13490"/>
          </a:xfrm>
          <a:custGeom xmlns:a="http://schemas.openxmlformats.org/drawingml/2006/main">
            <a:pathLst>
              <a:path w="10792" h="13490">
                <a:moveTo>
                  <a:pt x="0" y="13490"/>
                </a:moveTo>
                <a:lnTo>
                  <a:pt x="10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D64F32"/>
            </a:solidFill>
            <a:prstDash val="solid"/>
          </a:ln>
        </p:spPr>
      </p:sp>
      <p:sp>
        <p:nvSpPr>
          <p:cNvPr id="229" name="line-229">
            <a:extLst xmlns:a="http://schemas.openxmlformats.org/drawingml/2006/main">
              <a:ext uri="{FF2B5EF4-FFF2-40B4-BE49-F238E27FC236}">
                <a16:creationId xmlns:a16="http://schemas.microsoft.com/office/drawing/2014/main" id="{64EF1472-4E04-4846-A109-9786E8F1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074" y="2369220"/>
            <a:ext cx="10792" cy="10792"/>
          </a:xfrm>
          <a:custGeom xmlns:a="http://schemas.openxmlformats.org/drawingml/2006/main">
            <a:pathLst>
              <a:path w="10792" h="10792">
                <a:moveTo>
                  <a:pt x="0" y="0"/>
                </a:moveTo>
                <a:lnTo>
                  <a:pt x="10792" y="10792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D64F32"/>
            </a:solidFill>
            <a:prstDash val="solid"/>
          </a:ln>
        </p:spPr>
      </p:sp>
      <p:sp>
        <p:nvSpPr>
          <p:cNvPr id="230" name="line-230">
            <a:extLst xmlns:a="http://schemas.openxmlformats.org/drawingml/2006/main">
              <a:ext uri="{FF2B5EF4-FFF2-40B4-BE49-F238E27FC236}">
                <a16:creationId xmlns:a16="http://schemas.microsoft.com/office/drawing/2014/main" id="{F9CFC9FE-AF11-45FC-829B-A2A1BB66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885" y="2345674"/>
            <a:ext cx="63770" cy="34338"/>
          </a:xfrm>
          <a:custGeom xmlns:a="http://schemas.openxmlformats.org/drawingml/2006/main">
            <a:pathLst>
              <a:path w="63770" h="34338">
                <a:moveTo>
                  <a:pt x="0" y="34338"/>
                </a:moveTo>
                <a:lnTo>
                  <a:pt x="63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D64F32"/>
            </a:solidFill>
            <a:prstDash val="solid"/>
          </a:ln>
        </p:spPr>
      </p:sp>
      <p:sp>
        <p:nvSpPr>
          <p:cNvPr id="231" name="line-231">
            <a:extLst xmlns:a="http://schemas.openxmlformats.org/drawingml/2006/main">
              <a:ext uri="{FF2B5EF4-FFF2-40B4-BE49-F238E27FC236}">
                <a16:creationId xmlns:a16="http://schemas.microsoft.com/office/drawing/2014/main" id="{83B0040E-8627-4D1E-9F48-E004D06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5654" y="2345674"/>
            <a:ext cx="58864" cy="34338"/>
          </a:xfrm>
          <a:custGeom xmlns:a="http://schemas.openxmlformats.org/drawingml/2006/main">
            <a:pathLst>
              <a:path w="58864" h="34338">
                <a:moveTo>
                  <a:pt x="0" y="0"/>
                </a:moveTo>
                <a:lnTo>
                  <a:pt x="58864" y="34338"/>
                </a:lnTo>
              </a:path>
            </a:pathLst>
          </a:custGeom>
          <a:noFill xmlns:a="http://schemas.openxmlformats.org/drawingml/2006/main"/>
          <a:ln xmlns:a="http://schemas.openxmlformats.org/drawingml/2006/main" w="10792">
            <a:solidFill>
              <a:srgbClr val="D64F32"/>
            </a:solidFill>
            <a:prstDash val="solid"/>
          </a:ln>
        </p:spPr>
      </p:sp>
      <p:sp>
        <p:nvSpPr>
          <p:cNvPr id="232" name="line-232">
            <a:extLst xmlns:a="http://schemas.openxmlformats.org/drawingml/2006/main">
              <a:ext uri="{FF2B5EF4-FFF2-40B4-BE49-F238E27FC236}">
                <a16:creationId xmlns:a16="http://schemas.microsoft.com/office/drawing/2014/main" id="{75568C6D-E0B1-463E-9F8D-E386606C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77" y="2281904"/>
            <a:ext cx="191" cy="98108"/>
          </a:xfrm>
          <a:custGeom xmlns:a="http://schemas.openxmlformats.org/drawingml/2006/main">
            <a:pathLst>
              <a:path w="191" h="98108">
                <a:moveTo>
                  <a:pt x="0" y="981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233" name="line-233">
            <a:extLst xmlns:a="http://schemas.openxmlformats.org/drawingml/2006/main">
              <a:ext uri="{FF2B5EF4-FFF2-40B4-BE49-F238E27FC236}">
                <a16:creationId xmlns:a16="http://schemas.microsoft.com/office/drawing/2014/main" id="{8B4789EE-0A59-4243-8D9D-10BC08C9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7161" y="2281904"/>
            <a:ext cx="191" cy="98108"/>
          </a:xfrm>
          <a:custGeom xmlns:a="http://schemas.openxmlformats.org/drawingml/2006/main">
            <a:pathLst>
              <a:path w="191" h="98108">
                <a:moveTo>
                  <a:pt x="0" y="981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234" name="text-O-234">
            <a:extLst xmlns:a="http://schemas.openxmlformats.org/drawingml/2006/main">
              <a:ext uri="{FF2B5EF4-FFF2-40B4-BE49-F238E27FC236}">
                <a16:creationId xmlns:a16="http://schemas.microsoft.com/office/drawing/2014/main" id="{20A2DB6B-B199-4F16-BCCC-983A6B26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5465" y="2219508"/>
            <a:ext cx="98108" cy="65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64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64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464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35" name="curve-235">
            <a:extLst xmlns:a="http://schemas.openxmlformats.org/drawingml/2006/main">
              <a:ext uri="{FF2B5EF4-FFF2-40B4-BE49-F238E27FC236}">
                <a16:creationId xmlns:a16="http://schemas.microsoft.com/office/drawing/2014/main" id="{C8EB9317-83CD-4E19-B780-9B7DF0D5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559" y="2129838"/>
            <a:ext cx="206026" cy="166783"/>
          </a:xfrm>
          <a:custGeom xmlns:a="http://schemas.openxmlformats.org/drawingml/2006/main">
            <a:pathLst>
              <a:path w="206026" h="166783">
                <a:moveTo>
                  <a:pt x="206026" y="0"/>
                </a:moveTo>
                <a:cubicBezTo>
                  <a:pt x="186404" y="112824"/>
                  <a:pt x="98108" y="156972"/>
                  <a:pt x="0" y="1667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263">
            <a:solidFill>
              <a:srgbClr val="384148"/>
            </a:solidFill>
          </a:ln>
        </p:spPr>
      </p:sp>
      <p:sp>
        <p:nvSpPr>
          <p:cNvPr id="236" name="arrowhead-236">
            <a:extLst xmlns:a="http://schemas.openxmlformats.org/drawingml/2006/main">
              <a:ext uri="{FF2B5EF4-FFF2-40B4-BE49-F238E27FC236}">
                <a16:creationId xmlns:a16="http://schemas.microsoft.com/office/drawing/2014/main" id="{B1C6E7E3-92A0-4C14-8675-3763C263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559" y="2266016"/>
            <a:ext cx="56215" cy="50470"/>
          </a:xfrm>
          <a:custGeom xmlns:a="http://schemas.openxmlformats.org/drawingml/2006/main">
            <a:pathLst>
              <a:path w="56215" h="50470">
                <a:moveTo>
                  <a:pt x="0" y="30604"/>
                </a:moveTo>
                <a:lnTo>
                  <a:pt x="51168" y="0"/>
                </a:lnTo>
                <a:lnTo>
                  <a:pt x="56215" y="5047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237" name="curve-237">
            <a:extLst xmlns:a="http://schemas.openxmlformats.org/drawingml/2006/main">
              <a:ext uri="{FF2B5EF4-FFF2-40B4-BE49-F238E27FC236}">
                <a16:creationId xmlns:a16="http://schemas.microsoft.com/office/drawing/2014/main" id="{F209F027-3721-45F1-8C72-19F14CB5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479" y="2129838"/>
            <a:ext cx="206026" cy="166783"/>
          </a:xfrm>
          <a:custGeom xmlns:a="http://schemas.openxmlformats.org/drawingml/2006/main">
            <a:pathLst>
              <a:path w="206026" h="166783">
                <a:moveTo>
                  <a:pt x="206026" y="0"/>
                </a:moveTo>
                <a:cubicBezTo>
                  <a:pt x="186404" y="112824"/>
                  <a:pt x="98108" y="156972"/>
                  <a:pt x="0" y="1667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263">
            <a:solidFill>
              <a:srgbClr val="384148"/>
            </a:solidFill>
          </a:ln>
        </p:spPr>
      </p:sp>
      <p:sp>
        <p:nvSpPr>
          <p:cNvPr id="238" name="arrowhead-238">
            <a:extLst xmlns:a="http://schemas.openxmlformats.org/drawingml/2006/main">
              <a:ext uri="{FF2B5EF4-FFF2-40B4-BE49-F238E27FC236}">
                <a16:creationId xmlns:a16="http://schemas.microsoft.com/office/drawing/2014/main" id="{94F7D298-E019-4DD9-AF4D-6AE34B40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479" y="2266016"/>
            <a:ext cx="56215" cy="50470"/>
          </a:xfrm>
          <a:custGeom xmlns:a="http://schemas.openxmlformats.org/drawingml/2006/main">
            <a:pathLst>
              <a:path w="56215" h="50470">
                <a:moveTo>
                  <a:pt x="0" y="30604"/>
                </a:moveTo>
                <a:lnTo>
                  <a:pt x="51168" y="0"/>
                </a:lnTo>
                <a:lnTo>
                  <a:pt x="56215" y="5047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239" name="curve-239">
            <a:extLst xmlns:a="http://schemas.openxmlformats.org/drawingml/2006/main">
              <a:ext uri="{FF2B5EF4-FFF2-40B4-BE49-F238E27FC236}">
                <a16:creationId xmlns:a16="http://schemas.microsoft.com/office/drawing/2014/main" id="{803D7761-A851-4F41-94F1-47355F00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558" y="2129838"/>
            <a:ext cx="206026" cy="166783"/>
          </a:xfrm>
          <a:custGeom xmlns:a="http://schemas.openxmlformats.org/drawingml/2006/main">
            <a:pathLst>
              <a:path w="206026" h="166783">
                <a:moveTo>
                  <a:pt x="206026" y="0"/>
                </a:moveTo>
                <a:cubicBezTo>
                  <a:pt x="186404" y="112824"/>
                  <a:pt x="98108" y="156972"/>
                  <a:pt x="0" y="1667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263">
            <a:solidFill>
              <a:srgbClr val="384148"/>
            </a:solidFill>
          </a:ln>
        </p:spPr>
      </p:sp>
      <p:sp>
        <p:nvSpPr>
          <p:cNvPr id="240" name="arrowhead-240">
            <a:extLst xmlns:a="http://schemas.openxmlformats.org/drawingml/2006/main">
              <a:ext uri="{FF2B5EF4-FFF2-40B4-BE49-F238E27FC236}">
                <a16:creationId xmlns:a16="http://schemas.microsoft.com/office/drawing/2014/main" id="{D507A678-1286-4ECF-988F-7BD655A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558" y="2266016"/>
            <a:ext cx="56215" cy="50470"/>
          </a:xfrm>
          <a:custGeom xmlns:a="http://schemas.openxmlformats.org/drawingml/2006/main">
            <a:pathLst>
              <a:path w="56215" h="50470">
                <a:moveTo>
                  <a:pt x="0" y="30604"/>
                </a:moveTo>
                <a:lnTo>
                  <a:pt x="51168" y="0"/>
                </a:lnTo>
                <a:lnTo>
                  <a:pt x="56215" y="5047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241" name="curve-241">
            <a:extLst xmlns:a="http://schemas.openxmlformats.org/drawingml/2006/main">
              <a:ext uri="{FF2B5EF4-FFF2-40B4-BE49-F238E27FC236}">
                <a16:creationId xmlns:a16="http://schemas.microsoft.com/office/drawing/2014/main" id="{D11135B2-FA99-4A74-A3F7-103817FB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478" y="2129838"/>
            <a:ext cx="206026" cy="166783"/>
          </a:xfrm>
          <a:custGeom xmlns:a="http://schemas.openxmlformats.org/drawingml/2006/main">
            <a:pathLst>
              <a:path w="206026" h="166783">
                <a:moveTo>
                  <a:pt x="206026" y="0"/>
                </a:moveTo>
                <a:cubicBezTo>
                  <a:pt x="186404" y="112824"/>
                  <a:pt x="98108" y="156972"/>
                  <a:pt x="0" y="1667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263">
            <a:solidFill>
              <a:srgbClr val="384148"/>
            </a:solidFill>
          </a:ln>
        </p:spPr>
      </p:sp>
      <p:sp>
        <p:nvSpPr>
          <p:cNvPr id="242" name="arrowhead-242">
            <a:extLst xmlns:a="http://schemas.openxmlformats.org/drawingml/2006/main">
              <a:ext uri="{FF2B5EF4-FFF2-40B4-BE49-F238E27FC236}">
                <a16:creationId xmlns:a16="http://schemas.microsoft.com/office/drawing/2014/main" id="{71FAB83D-6152-4424-88ED-E362EE53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478" y="2266016"/>
            <a:ext cx="56215" cy="50470"/>
          </a:xfrm>
          <a:custGeom xmlns:a="http://schemas.openxmlformats.org/drawingml/2006/main">
            <a:pathLst>
              <a:path w="56215" h="50470">
                <a:moveTo>
                  <a:pt x="0" y="30604"/>
                </a:moveTo>
                <a:lnTo>
                  <a:pt x="51168" y="0"/>
                </a:lnTo>
                <a:lnTo>
                  <a:pt x="56215" y="5047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243" name="text-O-243">
            <a:extLst xmlns:a="http://schemas.openxmlformats.org/drawingml/2006/main">
              <a:ext uri="{FF2B5EF4-FFF2-40B4-BE49-F238E27FC236}">
                <a16:creationId xmlns:a16="http://schemas.microsoft.com/office/drawing/2014/main" id="{C81EDF23-2FBF-4A6E-BFC8-A178992E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235" y="2428084"/>
            <a:ext cx="98108" cy="10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3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3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773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44" name="line-244">
            <a:extLst xmlns:a="http://schemas.openxmlformats.org/drawingml/2006/main">
              <a:ext uri="{FF2B5EF4-FFF2-40B4-BE49-F238E27FC236}">
                <a16:creationId xmlns:a16="http://schemas.microsoft.com/office/drawing/2014/main" id="{7A22E227-9400-4495-ABD8-C485C2A5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478" y="2536984"/>
            <a:ext cx="191" cy="93202"/>
          </a:xfrm>
          <a:custGeom xmlns:a="http://schemas.openxmlformats.org/drawingml/2006/main">
            <a:pathLst>
              <a:path w="191" h="93202">
                <a:moveTo>
                  <a:pt x="0" y="0"/>
                </a:moveTo>
                <a:lnTo>
                  <a:pt x="0" y="93202"/>
                </a:lnTo>
              </a:path>
            </a:pathLst>
          </a:custGeom>
          <a:noFill xmlns:a="http://schemas.openxmlformats.org/drawingml/2006/main"/>
          <a:ln xmlns:a="http://schemas.openxmlformats.org/drawingml/2006/main" w="12263">
            <a:solidFill>
              <a:srgbClr val="384148"/>
            </a:solidFill>
            <a:prstDash val="solid"/>
          </a:ln>
        </p:spPr>
      </p:sp>
      <p:sp>
        <p:nvSpPr>
          <p:cNvPr id="245" name="line-245">
            <a:extLst xmlns:a="http://schemas.openxmlformats.org/drawingml/2006/main">
              <a:ext uri="{FF2B5EF4-FFF2-40B4-BE49-F238E27FC236}">
                <a16:creationId xmlns:a16="http://schemas.microsoft.com/office/drawing/2014/main" id="{54A155EF-23D1-4EDD-89A2-02FBEF07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099" y="2536984"/>
            <a:ext cx="191" cy="93202"/>
          </a:xfrm>
          <a:custGeom xmlns:a="http://schemas.openxmlformats.org/drawingml/2006/main">
            <a:pathLst>
              <a:path w="191" h="93202">
                <a:moveTo>
                  <a:pt x="0" y="0"/>
                </a:moveTo>
                <a:lnTo>
                  <a:pt x="0" y="93202"/>
                </a:lnTo>
              </a:path>
            </a:pathLst>
          </a:custGeom>
          <a:noFill xmlns:a="http://schemas.openxmlformats.org/drawingml/2006/main"/>
          <a:ln xmlns:a="http://schemas.openxmlformats.org/drawingml/2006/main" w="12263">
            <a:solidFill>
              <a:srgbClr val="384148"/>
            </a:solidFill>
            <a:prstDash val="solid"/>
          </a:ln>
        </p:spPr>
      </p:sp>
      <p:sp>
        <p:nvSpPr>
          <p:cNvPr id="246" name="line-246">
            <a:extLst xmlns:a="http://schemas.openxmlformats.org/drawingml/2006/main">
              <a:ext uri="{FF2B5EF4-FFF2-40B4-BE49-F238E27FC236}">
                <a16:creationId xmlns:a16="http://schemas.microsoft.com/office/drawing/2014/main" id="{1D9FC8B0-95E7-48BE-A5E4-0596891D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288" y="2630186"/>
            <a:ext cx="49054" cy="107918"/>
          </a:xfrm>
          <a:custGeom xmlns:a="http://schemas.openxmlformats.org/drawingml/2006/main">
            <a:pathLst>
              <a:path w="49054" h="107918">
                <a:moveTo>
                  <a:pt x="0" y="0"/>
                </a:moveTo>
                <a:lnTo>
                  <a:pt x="49054" y="107918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B7068"/>
            </a:solidFill>
            <a:prstDash val="solid"/>
          </a:ln>
        </p:spPr>
      </p:sp>
      <p:sp>
        <p:nvSpPr>
          <p:cNvPr id="247" name="line-247">
            <a:extLst xmlns:a="http://schemas.openxmlformats.org/drawingml/2006/main">
              <a:ext uri="{FF2B5EF4-FFF2-40B4-BE49-F238E27FC236}">
                <a16:creationId xmlns:a16="http://schemas.microsoft.com/office/drawing/2014/main" id="{3B9DD467-6647-48F4-BA45-D606B652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342" y="2738104"/>
            <a:ext cx="147161" cy="191"/>
          </a:xfrm>
          <a:custGeom xmlns:a="http://schemas.openxmlformats.org/drawingml/2006/main">
            <a:pathLst>
              <a:path w="147161" h="191">
                <a:moveTo>
                  <a:pt x="0" y="0"/>
                </a:moveTo>
                <a:lnTo>
                  <a:pt x="1471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B7068"/>
            </a:solidFill>
            <a:prstDash val="solid"/>
          </a:ln>
        </p:spPr>
      </p:sp>
      <p:sp>
        <p:nvSpPr>
          <p:cNvPr id="248" name="shape-248">
            <a:extLst xmlns:a="http://schemas.openxmlformats.org/drawingml/2006/main">
              <a:ext uri="{FF2B5EF4-FFF2-40B4-BE49-F238E27FC236}">
                <a16:creationId xmlns:a16="http://schemas.microsoft.com/office/drawing/2014/main" id="{1E2FD094-349C-4F05-B591-3751FDF6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03" y="2669429"/>
            <a:ext cx="137351" cy="1373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0F7"/>
          </a:solidFill>
          <a:ln xmlns:a="http://schemas.openxmlformats.org/drawingml/2006/main" w="10792">
            <a:solidFill>
              <a:srgbClr val="384148"/>
            </a:solidFill>
          </a:ln>
        </p:spPr>
      </p:sp>
      <p:sp>
        <p:nvSpPr>
          <p:cNvPr id="249" name="text-+/−-249">
            <a:extLst xmlns:a="http://schemas.openxmlformats.org/drawingml/2006/main">
              <a:ext uri="{FF2B5EF4-FFF2-40B4-BE49-F238E27FC236}">
                <a16:creationId xmlns:a16="http://schemas.microsoft.com/office/drawing/2014/main" id="{A050A67C-BB3F-4FC5-B66D-DE8024F8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335" y="2696899"/>
            <a:ext cx="171688" cy="8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79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+/−</a:t>
            </a:r>
          </a:p>
        </p:txBody>
      </p:sp>
      <p:sp>
        <p:nvSpPr>
          <p:cNvPr id="250" name="line-250">
            <a:extLst xmlns:a="http://schemas.openxmlformats.org/drawingml/2006/main">
              <a:ext uri="{FF2B5EF4-FFF2-40B4-BE49-F238E27FC236}">
                <a16:creationId xmlns:a16="http://schemas.microsoft.com/office/drawing/2014/main" id="{FF6E09DF-CDB4-46FB-8F6F-BA4E0248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006" y="2581132"/>
            <a:ext cx="93202" cy="49054"/>
          </a:xfrm>
          <a:custGeom xmlns:a="http://schemas.openxmlformats.org/drawingml/2006/main">
            <a:pathLst>
              <a:path w="93202" h="49054">
                <a:moveTo>
                  <a:pt x="0" y="0"/>
                </a:moveTo>
                <a:lnTo>
                  <a:pt x="93202" y="49054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251" name="line-251">
            <a:extLst xmlns:a="http://schemas.openxmlformats.org/drawingml/2006/main">
              <a:ext uri="{FF2B5EF4-FFF2-40B4-BE49-F238E27FC236}">
                <a16:creationId xmlns:a16="http://schemas.microsoft.com/office/drawing/2014/main" id="{AF22F4FB-6D33-4CF0-8C5F-8C05012A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208" y="2586038"/>
            <a:ext cx="88297" cy="44148"/>
          </a:xfrm>
          <a:custGeom xmlns:a="http://schemas.openxmlformats.org/drawingml/2006/main">
            <a:pathLst>
              <a:path w="88297" h="44148">
                <a:moveTo>
                  <a:pt x="0" y="44148"/>
                </a:moveTo>
                <a:lnTo>
                  <a:pt x="882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252" name="line-252">
            <a:extLst xmlns:a="http://schemas.openxmlformats.org/drawingml/2006/main">
              <a:ext uri="{FF2B5EF4-FFF2-40B4-BE49-F238E27FC236}">
                <a16:creationId xmlns:a16="http://schemas.microsoft.com/office/drawing/2014/main" id="{A7761E30-2674-4935-A089-0120CCB8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398" y="2635091"/>
            <a:ext cx="191" cy="117729"/>
          </a:xfrm>
          <a:custGeom xmlns:a="http://schemas.openxmlformats.org/drawingml/2006/main">
            <a:pathLst>
              <a:path w="191" h="117729">
                <a:moveTo>
                  <a:pt x="0" y="0"/>
                </a:moveTo>
                <a:lnTo>
                  <a:pt x="0" y="117729"/>
                </a:lnTo>
              </a:path>
            </a:pathLst>
          </a:custGeom>
          <a:noFill xmlns:a="http://schemas.openxmlformats.org/drawingml/2006/main"/>
          <a:ln xmlns:a="http://schemas.openxmlformats.org/drawingml/2006/main" w="12263">
            <a:solidFill>
              <a:srgbClr val="384148"/>
            </a:solidFill>
            <a:prstDash val="solid"/>
          </a:ln>
        </p:spPr>
      </p:sp>
      <p:sp>
        <p:nvSpPr>
          <p:cNvPr id="253" name="line-253">
            <a:extLst xmlns:a="http://schemas.openxmlformats.org/drawingml/2006/main">
              <a:ext uri="{FF2B5EF4-FFF2-40B4-BE49-F238E27FC236}">
                <a16:creationId xmlns:a16="http://schemas.microsoft.com/office/drawing/2014/main" id="{C44188EF-1D67-4643-8F7B-5D779EF2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019" y="2635091"/>
            <a:ext cx="191" cy="117729"/>
          </a:xfrm>
          <a:custGeom xmlns:a="http://schemas.openxmlformats.org/drawingml/2006/main">
            <a:pathLst>
              <a:path w="191" h="117729">
                <a:moveTo>
                  <a:pt x="0" y="0"/>
                </a:moveTo>
                <a:lnTo>
                  <a:pt x="0" y="117729"/>
                </a:lnTo>
              </a:path>
            </a:pathLst>
          </a:custGeom>
          <a:noFill xmlns:a="http://schemas.openxmlformats.org/drawingml/2006/main"/>
          <a:ln xmlns:a="http://schemas.openxmlformats.org/drawingml/2006/main" w="12263">
            <a:solidFill>
              <a:srgbClr val="384148"/>
            </a:solidFill>
            <a:prstDash val="solid"/>
          </a:ln>
        </p:spPr>
      </p:sp>
      <p:sp>
        <p:nvSpPr>
          <p:cNvPr id="254" name="line-254">
            <a:extLst xmlns:a="http://schemas.openxmlformats.org/drawingml/2006/main">
              <a:ext uri="{FF2B5EF4-FFF2-40B4-BE49-F238E27FC236}">
                <a16:creationId xmlns:a16="http://schemas.microsoft.com/office/drawing/2014/main" id="{63AA304A-57A1-4993-8DBF-4D8C0362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208" y="2752820"/>
            <a:ext cx="191" cy="98108"/>
          </a:xfrm>
          <a:custGeom xmlns:a="http://schemas.openxmlformats.org/drawingml/2006/main">
            <a:pathLst>
              <a:path w="191" h="98108">
                <a:moveTo>
                  <a:pt x="0" y="0"/>
                </a:moveTo>
                <a:lnTo>
                  <a:pt x="0" y="98108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B7068"/>
            </a:solidFill>
            <a:prstDash val="solid"/>
          </a:ln>
        </p:spPr>
      </p:sp>
      <p:sp>
        <p:nvSpPr>
          <p:cNvPr id="255" name="line-255">
            <a:extLst xmlns:a="http://schemas.openxmlformats.org/drawingml/2006/main">
              <a:ext uri="{FF2B5EF4-FFF2-40B4-BE49-F238E27FC236}">
                <a16:creationId xmlns:a16="http://schemas.microsoft.com/office/drawing/2014/main" id="{54B15B5A-4F68-41F2-848D-FE4ED230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208" y="2850928"/>
            <a:ext cx="122634" cy="63770"/>
          </a:xfrm>
          <a:custGeom xmlns:a="http://schemas.openxmlformats.org/drawingml/2006/main">
            <a:pathLst>
              <a:path w="122634" h="63770">
                <a:moveTo>
                  <a:pt x="0" y="0"/>
                </a:moveTo>
                <a:lnTo>
                  <a:pt x="122634" y="6377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B7068"/>
            </a:solidFill>
            <a:prstDash val="solid"/>
          </a:ln>
        </p:spPr>
      </p:sp>
      <p:sp>
        <p:nvSpPr>
          <p:cNvPr id="256" name="shape-256">
            <a:extLst xmlns:a="http://schemas.openxmlformats.org/drawingml/2006/main">
              <a:ext uri="{FF2B5EF4-FFF2-40B4-BE49-F238E27FC236}">
                <a16:creationId xmlns:a16="http://schemas.microsoft.com/office/drawing/2014/main" id="{97631663-815D-4982-917B-CD2A8745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937" y="2846022"/>
            <a:ext cx="137351" cy="1373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0F7"/>
          </a:solidFill>
          <a:ln xmlns:a="http://schemas.openxmlformats.org/drawingml/2006/main" w="10792">
            <a:solidFill>
              <a:srgbClr val="384148"/>
            </a:solidFill>
          </a:ln>
        </p:spPr>
      </p:sp>
      <p:sp>
        <p:nvSpPr>
          <p:cNvPr id="257" name="text-+/−-257">
            <a:extLst xmlns:a="http://schemas.openxmlformats.org/drawingml/2006/main">
              <a:ext uri="{FF2B5EF4-FFF2-40B4-BE49-F238E27FC236}">
                <a16:creationId xmlns:a16="http://schemas.microsoft.com/office/drawing/2014/main" id="{E38C9B3F-1B7F-4227-AD33-CBFD1F83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768" y="2873492"/>
            <a:ext cx="171688" cy="8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79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+/−</a:t>
            </a:r>
          </a:p>
        </p:txBody>
      </p:sp>
      <p:sp>
        <p:nvSpPr>
          <p:cNvPr id="258" name="text-O-258">
            <a:extLst xmlns:a="http://schemas.openxmlformats.org/drawingml/2006/main">
              <a:ext uri="{FF2B5EF4-FFF2-40B4-BE49-F238E27FC236}">
                <a16:creationId xmlns:a16="http://schemas.microsoft.com/office/drawing/2014/main" id="{5CFF54EF-F8ED-4AE1-B268-ADA4A982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1233" y="2428084"/>
            <a:ext cx="98108" cy="10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3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3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773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59" name="line-259">
            <a:extLst xmlns:a="http://schemas.openxmlformats.org/drawingml/2006/main">
              <a:ext uri="{FF2B5EF4-FFF2-40B4-BE49-F238E27FC236}">
                <a16:creationId xmlns:a16="http://schemas.microsoft.com/office/drawing/2014/main" id="{1966BE90-F7A4-4525-92A6-FC74F79A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476" y="2536984"/>
            <a:ext cx="191" cy="93202"/>
          </a:xfrm>
          <a:custGeom xmlns:a="http://schemas.openxmlformats.org/drawingml/2006/main">
            <a:pathLst>
              <a:path w="191" h="93202">
                <a:moveTo>
                  <a:pt x="0" y="0"/>
                </a:moveTo>
                <a:lnTo>
                  <a:pt x="0" y="93202"/>
                </a:lnTo>
              </a:path>
            </a:pathLst>
          </a:custGeom>
          <a:noFill xmlns:a="http://schemas.openxmlformats.org/drawingml/2006/main"/>
          <a:ln xmlns:a="http://schemas.openxmlformats.org/drawingml/2006/main" w="12263">
            <a:solidFill>
              <a:srgbClr val="384148"/>
            </a:solidFill>
            <a:prstDash val="solid"/>
          </a:ln>
        </p:spPr>
      </p:sp>
      <p:sp>
        <p:nvSpPr>
          <p:cNvPr id="260" name="line-260">
            <a:extLst xmlns:a="http://schemas.openxmlformats.org/drawingml/2006/main">
              <a:ext uri="{FF2B5EF4-FFF2-40B4-BE49-F238E27FC236}">
                <a16:creationId xmlns:a16="http://schemas.microsoft.com/office/drawing/2014/main" id="{05DA9970-988C-429F-AB06-BD228EA2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098" y="2536984"/>
            <a:ext cx="191" cy="93202"/>
          </a:xfrm>
          <a:custGeom xmlns:a="http://schemas.openxmlformats.org/drawingml/2006/main">
            <a:pathLst>
              <a:path w="191" h="93202">
                <a:moveTo>
                  <a:pt x="0" y="0"/>
                </a:moveTo>
                <a:lnTo>
                  <a:pt x="0" y="93202"/>
                </a:lnTo>
              </a:path>
            </a:pathLst>
          </a:custGeom>
          <a:noFill xmlns:a="http://schemas.openxmlformats.org/drawingml/2006/main"/>
          <a:ln xmlns:a="http://schemas.openxmlformats.org/drawingml/2006/main" w="12263">
            <a:solidFill>
              <a:srgbClr val="384148"/>
            </a:solidFill>
            <a:prstDash val="solid"/>
          </a:ln>
        </p:spPr>
      </p:sp>
      <p:sp>
        <p:nvSpPr>
          <p:cNvPr id="261" name="line-261">
            <a:extLst xmlns:a="http://schemas.openxmlformats.org/drawingml/2006/main">
              <a:ext uri="{FF2B5EF4-FFF2-40B4-BE49-F238E27FC236}">
                <a16:creationId xmlns:a16="http://schemas.microsoft.com/office/drawing/2014/main" id="{3A0A3B0B-A655-41D1-8D5A-2B9A42F4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287" y="2630186"/>
            <a:ext cx="88297" cy="53959"/>
          </a:xfrm>
          <a:custGeom xmlns:a="http://schemas.openxmlformats.org/drawingml/2006/main">
            <a:pathLst>
              <a:path w="88297" h="53959">
                <a:moveTo>
                  <a:pt x="0" y="0"/>
                </a:moveTo>
                <a:lnTo>
                  <a:pt x="88297" y="53959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D64F32"/>
            </a:solidFill>
            <a:prstDash val="solid"/>
          </a:ln>
        </p:spPr>
      </p:sp>
      <p:sp>
        <p:nvSpPr>
          <p:cNvPr id="262" name="line-262">
            <a:extLst xmlns:a="http://schemas.openxmlformats.org/drawingml/2006/main">
              <a:ext uri="{FF2B5EF4-FFF2-40B4-BE49-F238E27FC236}">
                <a16:creationId xmlns:a16="http://schemas.microsoft.com/office/drawing/2014/main" id="{CAC621F6-11F5-47F7-AE35-CD0D7819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584" y="2630186"/>
            <a:ext cx="93202" cy="53959"/>
          </a:xfrm>
          <a:custGeom xmlns:a="http://schemas.openxmlformats.org/drawingml/2006/main">
            <a:pathLst>
              <a:path w="93202" h="53959">
                <a:moveTo>
                  <a:pt x="0" y="53959"/>
                </a:moveTo>
                <a:lnTo>
                  <a:pt x="932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D64F32"/>
            </a:solidFill>
            <a:prstDash val="solid"/>
          </a:ln>
        </p:spPr>
      </p:sp>
      <p:sp>
        <p:nvSpPr>
          <p:cNvPr id="263" name="line-263">
            <a:extLst xmlns:a="http://schemas.openxmlformats.org/drawingml/2006/main">
              <a:ext uri="{FF2B5EF4-FFF2-40B4-BE49-F238E27FC236}">
                <a16:creationId xmlns:a16="http://schemas.microsoft.com/office/drawing/2014/main" id="{1ADBCE06-3B7D-4B72-9080-83C6D855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786" y="2630186"/>
            <a:ext cx="93202" cy="53959"/>
          </a:xfrm>
          <a:custGeom xmlns:a="http://schemas.openxmlformats.org/drawingml/2006/main">
            <a:pathLst>
              <a:path w="93202" h="53959">
                <a:moveTo>
                  <a:pt x="0" y="0"/>
                </a:moveTo>
                <a:lnTo>
                  <a:pt x="93202" y="53959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D64F32"/>
            </a:solidFill>
            <a:prstDash val="solid"/>
          </a:ln>
        </p:spPr>
      </p:sp>
      <p:sp>
        <p:nvSpPr>
          <p:cNvPr id="264" name="line-264">
            <a:extLst xmlns:a="http://schemas.openxmlformats.org/drawingml/2006/main">
              <a:ext uri="{FF2B5EF4-FFF2-40B4-BE49-F238E27FC236}">
                <a16:creationId xmlns:a16="http://schemas.microsoft.com/office/drawing/2014/main" id="{768B3A3F-8C9C-451C-9E58-F5BB489B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988" y="2635091"/>
            <a:ext cx="88297" cy="49054"/>
          </a:xfrm>
          <a:custGeom xmlns:a="http://schemas.openxmlformats.org/drawingml/2006/main">
            <a:pathLst>
              <a:path w="88297" h="49054">
                <a:moveTo>
                  <a:pt x="0" y="49054"/>
                </a:moveTo>
                <a:lnTo>
                  <a:pt x="882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D64F32"/>
            </a:solidFill>
            <a:prstDash val="solid"/>
          </a:ln>
        </p:spPr>
      </p:sp>
      <p:sp>
        <p:nvSpPr>
          <p:cNvPr id="265" name="shape-265">
            <a:extLst xmlns:a="http://schemas.openxmlformats.org/drawingml/2006/main">
              <a:ext uri="{FF2B5EF4-FFF2-40B4-BE49-F238E27FC236}">
                <a16:creationId xmlns:a16="http://schemas.microsoft.com/office/drawing/2014/main" id="{349B224D-5701-46F0-A4AA-47CB3EC7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285" y="2566416"/>
            <a:ext cx="137351" cy="1373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0F7"/>
          </a:solidFill>
          <a:ln xmlns:a="http://schemas.openxmlformats.org/drawingml/2006/main" w="10792">
            <a:solidFill>
              <a:srgbClr val="384148"/>
            </a:solidFill>
          </a:ln>
        </p:spPr>
      </p:sp>
      <p:sp>
        <p:nvSpPr>
          <p:cNvPr id="266" name="text-+/−-266">
            <a:extLst xmlns:a="http://schemas.openxmlformats.org/drawingml/2006/main">
              <a:ext uri="{FF2B5EF4-FFF2-40B4-BE49-F238E27FC236}">
                <a16:creationId xmlns:a16="http://schemas.microsoft.com/office/drawing/2014/main" id="{54965964-6D8A-4953-B3DE-2215A076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6116" y="2593886"/>
            <a:ext cx="171688" cy="8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79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+/−</a:t>
            </a:r>
          </a:p>
        </p:txBody>
      </p:sp>
      <p:sp>
        <p:nvSpPr>
          <p:cNvPr id="267" name="line-267">
            <a:extLst xmlns:a="http://schemas.openxmlformats.org/drawingml/2006/main">
              <a:ext uri="{FF2B5EF4-FFF2-40B4-BE49-F238E27FC236}">
                <a16:creationId xmlns:a16="http://schemas.microsoft.com/office/drawing/2014/main" id="{9C0A597F-D7C0-4098-8F78-731F41D0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005" y="2581132"/>
            <a:ext cx="93202" cy="49054"/>
          </a:xfrm>
          <a:custGeom xmlns:a="http://schemas.openxmlformats.org/drawingml/2006/main">
            <a:pathLst>
              <a:path w="93202" h="49054">
                <a:moveTo>
                  <a:pt x="0" y="0"/>
                </a:moveTo>
                <a:lnTo>
                  <a:pt x="93202" y="49054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268" name="line-268">
            <a:extLst xmlns:a="http://schemas.openxmlformats.org/drawingml/2006/main">
              <a:ext uri="{FF2B5EF4-FFF2-40B4-BE49-F238E27FC236}">
                <a16:creationId xmlns:a16="http://schemas.microsoft.com/office/drawing/2014/main" id="{3270508E-104F-4CB7-95B9-68B53411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207" y="2586038"/>
            <a:ext cx="88297" cy="44148"/>
          </a:xfrm>
          <a:custGeom xmlns:a="http://schemas.openxmlformats.org/drawingml/2006/main">
            <a:pathLst>
              <a:path w="88297" h="44148">
                <a:moveTo>
                  <a:pt x="0" y="44148"/>
                </a:moveTo>
                <a:lnTo>
                  <a:pt x="882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269" name="line-269">
            <a:extLst xmlns:a="http://schemas.openxmlformats.org/drawingml/2006/main">
              <a:ext uri="{FF2B5EF4-FFF2-40B4-BE49-F238E27FC236}">
                <a16:creationId xmlns:a16="http://schemas.microsoft.com/office/drawing/2014/main" id="{AB8E7011-D442-4976-AAD0-844E353C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396" y="2635091"/>
            <a:ext cx="191" cy="117729"/>
          </a:xfrm>
          <a:custGeom xmlns:a="http://schemas.openxmlformats.org/drawingml/2006/main">
            <a:pathLst>
              <a:path w="191" h="117729">
                <a:moveTo>
                  <a:pt x="0" y="0"/>
                </a:moveTo>
                <a:lnTo>
                  <a:pt x="0" y="117729"/>
                </a:lnTo>
              </a:path>
            </a:pathLst>
          </a:custGeom>
          <a:noFill xmlns:a="http://schemas.openxmlformats.org/drawingml/2006/main"/>
          <a:ln xmlns:a="http://schemas.openxmlformats.org/drawingml/2006/main" w="12263">
            <a:solidFill>
              <a:srgbClr val="384148"/>
            </a:solidFill>
            <a:prstDash val="solid"/>
          </a:ln>
        </p:spPr>
      </p:sp>
      <p:sp>
        <p:nvSpPr>
          <p:cNvPr id="270" name="line-270">
            <a:extLst xmlns:a="http://schemas.openxmlformats.org/drawingml/2006/main">
              <a:ext uri="{FF2B5EF4-FFF2-40B4-BE49-F238E27FC236}">
                <a16:creationId xmlns:a16="http://schemas.microsoft.com/office/drawing/2014/main" id="{3733B459-4834-40FA-B6D0-B997234D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018" y="2635091"/>
            <a:ext cx="191" cy="117729"/>
          </a:xfrm>
          <a:custGeom xmlns:a="http://schemas.openxmlformats.org/drawingml/2006/main">
            <a:pathLst>
              <a:path w="191" h="117729">
                <a:moveTo>
                  <a:pt x="0" y="0"/>
                </a:moveTo>
                <a:lnTo>
                  <a:pt x="0" y="117729"/>
                </a:lnTo>
              </a:path>
            </a:pathLst>
          </a:custGeom>
          <a:noFill xmlns:a="http://schemas.openxmlformats.org/drawingml/2006/main"/>
          <a:ln xmlns:a="http://schemas.openxmlformats.org/drawingml/2006/main" w="12263">
            <a:solidFill>
              <a:srgbClr val="384148"/>
            </a:solidFill>
            <a:prstDash val="solid"/>
          </a:ln>
        </p:spPr>
      </p:sp>
      <p:sp>
        <p:nvSpPr>
          <p:cNvPr id="271" name="line-271">
            <a:extLst xmlns:a="http://schemas.openxmlformats.org/drawingml/2006/main">
              <a:ext uri="{FF2B5EF4-FFF2-40B4-BE49-F238E27FC236}">
                <a16:creationId xmlns:a16="http://schemas.microsoft.com/office/drawing/2014/main" id="{20920C06-1870-42DA-8FC1-FA1E7CF2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207" y="2752820"/>
            <a:ext cx="93202" cy="53959"/>
          </a:xfrm>
          <a:custGeom xmlns:a="http://schemas.openxmlformats.org/drawingml/2006/main">
            <a:pathLst>
              <a:path w="93202" h="53959">
                <a:moveTo>
                  <a:pt x="0" y="0"/>
                </a:moveTo>
                <a:lnTo>
                  <a:pt x="93202" y="53959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D64F32"/>
            </a:solidFill>
            <a:prstDash val="solid"/>
          </a:ln>
        </p:spPr>
      </p:sp>
      <p:sp>
        <p:nvSpPr>
          <p:cNvPr id="272" name="line-272">
            <a:extLst xmlns:a="http://schemas.openxmlformats.org/drawingml/2006/main">
              <a:ext uri="{FF2B5EF4-FFF2-40B4-BE49-F238E27FC236}">
                <a16:creationId xmlns:a16="http://schemas.microsoft.com/office/drawing/2014/main" id="{2AF066C3-2FED-41E1-8983-64C07DCA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9" y="2752820"/>
            <a:ext cx="93202" cy="53959"/>
          </a:xfrm>
          <a:custGeom xmlns:a="http://schemas.openxmlformats.org/drawingml/2006/main">
            <a:pathLst>
              <a:path w="93202" h="53959">
                <a:moveTo>
                  <a:pt x="0" y="53959"/>
                </a:moveTo>
                <a:lnTo>
                  <a:pt x="932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D64F32"/>
            </a:solidFill>
            <a:prstDash val="solid"/>
          </a:ln>
        </p:spPr>
      </p:sp>
      <p:sp>
        <p:nvSpPr>
          <p:cNvPr id="273" name="line-273">
            <a:extLst xmlns:a="http://schemas.openxmlformats.org/drawingml/2006/main">
              <a:ext uri="{FF2B5EF4-FFF2-40B4-BE49-F238E27FC236}">
                <a16:creationId xmlns:a16="http://schemas.microsoft.com/office/drawing/2014/main" id="{F44E93EC-2F6B-40F1-8F0F-44931318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611" y="2752820"/>
            <a:ext cx="93202" cy="53959"/>
          </a:xfrm>
          <a:custGeom xmlns:a="http://schemas.openxmlformats.org/drawingml/2006/main">
            <a:pathLst>
              <a:path w="93202" h="53959">
                <a:moveTo>
                  <a:pt x="0" y="0"/>
                </a:moveTo>
                <a:lnTo>
                  <a:pt x="93202" y="53959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D64F32"/>
            </a:solidFill>
            <a:prstDash val="solid"/>
          </a:ln>
        </p:spPr>
      </p:sp>
      <p:sp>
        <p:nvSpPr>
          <p:cNvPr id="274" name="line-274">
            <a:extLst xmlns:a="http://schemas.openxmlformats.org/drawingml/2006/main">
              <a:ext uri="{FF2B5EF4-FFF2-40B4-BE49-F238E27FC236}">
                <a16:creationId xmlns:a16="http://schemas.microsoft.com/office/drawing/2014/main" id="{0BCE64E7-DEAA-4631-B7B9-4C802222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813" y="2752820"/>
            <a:ext cx="88297" cy="53959"/>
          </a:xfrm>
          <a:custGeom xmlns:a="http://schemas.openxmlformats.org/drawingml/2006/main">
            <a:pathLst>
              <a:path w="88297" h="53959">
                <a:moveTo>
                  <a:pt x="0" y="53959"/>
                </a:moveTo>
                <a:lnTo>
                  <a:pt x="882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D64F32"/>
            </a:solidFill>
            <a:prstDash val="solid"/>
          </a:ln>
        </p:spPr>
      </p:sp>
      <p:sp>
        <p:nvSpPr>
          <p:cNvPr id="275" name="shape-275">
            <a:extLst xmlns:a="http://schemas.openxmlformats.org/drawingml/2006/main">
              <a:ext uri="{FF2B5EF4-FFF2-40B4-BE49-F238E27FC236}">
                <a16:creationId xmlns:a16="http://schemas.microsoft.com/office/drawing/2014/main" id="{28A86ECE-C990-4221-AAF7-612E6193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110" y="2684145"/>
            <a:ext cx="137351" cy="1373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0F7"/>
          </a:solidFill>
          <a:ln xmlns:a="http://schemas.openxmlformats.org/drawingml/2006/main" w="10792">
            <a:solidFill>
              <a:srgbClr val="384148"/>
            </a:solidFill>
          </a:ln>
        </p:spPr>
      </p:sp>
      <p:sp>
        <p:nvSpPr>
          <p:cNvPr id="276" name="text-+/−-276">
            <a:extLst xmlns:a="http://schemas.openxmlformats.org/drawingml/2006/main">
              <a:ext uri="{FF2B5EF4-FFF2-40B4-BE49-F238E27FC236}">
                <a16:creationId xmlns:a16="http://schemas.microsoft.com/office/drawing/2014/main" id="{AE9FEB49-ADF7-4F54-B9A2-75981EB6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6941" y="2711615"/>
            <a:ext cx="171688" cy="8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79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79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+/−</a:t>
            </a:r>
          </a:p>
        </p:txBody>
      </p:sp>
      <p:sp>
        <p:nvSpPr>
          <p:cNvPr id="277" name="text-m1-277">
            <a:extLst xmlns:a="http://schemas.openxmlformats.org/drawingml/2006/main">
              <a:ext uri="{FF2B5EF4-FFF2-40B4-BE49-F238E27FC236}">
                <a16:creationId xmlns:a16="http://schemas.microsoft.com/office/drawing/2014/main" id="{30EE6A41-1E17-46F2-AF65-6CE089E8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010" y="2613704"/>
            <a:ext cx="179439" cy="170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97" b="1" i="1">
                <a:solidFill>
                  <a:srgbClr val="0B70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97" b="1" i="1">
                <a:solidFill>
                  <a:srgbClr val="0B7068"/>
                </a:solidFill>
                <a:latin typeface="Arial"/>
                <a:ea typeface="Arial"/>
                <a:cs typeface="Arial"/>
              </a:defRPr>
            </a:pPr>
            <a:r>
              <a:rPr sz="1197" b="1" i="1">
                <a:solidFill>
                  <a:srgbClr val="0B7068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278" name="text-m2-278">
            <a:extLst xmlns:a="http://schemas.openxmlformats.org/drawingml/2006/main">
              <a:ext uri="{FF2B5EF4-FFF2-40B4-BE49-F238E27FC236}">
                <a16:creationId xmlns:a16="http://schemas.microsoft.com/office/drawing/2014/main" id="{B7C9251C-40AD-47A5-B680-A9FDBB2B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2930" y="2613704"/>
            <a:ext cx="179439" cy="170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97" b="1" i="1">
                <a:solidFill>
                  <a:srgbClr val="0B70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97" b="1" i="1">
                <a:solidFill>
                  <a:srgbClr val="0B7068"/>
                </a:solidFill>
                <a:latin typeface="Arial"/>
                <a:ea typeface="Arial"/>
                <a:cs typeface="Arial"/>
              </a:defRPr>
            </a:pPr>
            <a:r>
              <a:rPr sz="1197" b="1" i="1">
                <a:solidFill>
                  <a:srgbClr val="0B7068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279" name="text-n1-279">
            <a:extLst xmlns:a="http://schemas.openxmlformats.org/drawingml/2006/main">
              <a:ext uri="{FF2B5EF4-FFF2-40B4-BE49-F238E27FC236}">
                <a16:creationId xmlns:a16="http://schemas.microsoft.com/office/drawing/2014/main" id="{0B3754EE-2480-4D47-8E49-CFBB6BF3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4103" y="2613704"/>
            <a:ext cx="179439" cy="170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97" b="1" i="1">
                <a:solidFill>
                  <a:srgbClr val="D64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97" b="1" i="1">
                <a:solidFill>
                  <a:srgbClr val="D64F32"/>
                </a:solidFill>
                <a:latin typeface="Arial"/>
                <a:ea typeface="Arial"/>
                <a:cs typeface="Arial"/>
              </a:defRPr>
            </a:pPr>
            <a:r>
              <a:rPr sz="1197" b="1" i="1">
                <a:solidFill>
                  <a:srgbClr val="D64F32"/>
                </a:solidFill>
                <a:latin typeface="Arial"/>
                <a:ea typeface="Arial"/>
                <a:cs typeface="Arial"/>
              </a:rPr>
              <a:t>n1</a:t>
            </a:r>
          </a:p>
        </p:txBody>
      </p:sp>
      <p:sp>
        <p:nvSpPr>
          <p:cNvPr id="280" name="text-n2-280">
            <a:extLst xmlns:a="http://schemas.openxmlformats.org/drawingml/2006/main">
              <a:ext uri="{FF2B5EF4-FFF2-40B4-BE49-F238E27FC236}">
                <a16:creationId xmlns:a16="http://schemas.microsoft.com/office/drawing/2014/main" id="{A070B21F-3813-4DA6-BB67-555857B2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4928" y="2613704"/>
            <a:ext cx="179439" cy="170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97" b="1" i="1">
                <a:solidFill>
                  <a:srgbClr val="D64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97" b="1" i="1">
                <a:solidFill>
                  <a:srgbClr val="D64F32"/>
                </a:solidFill>
                <a:latin typeface="Arial"/>
                <a:ea typeface="Arial"/>
                <a:cs typeface="Arial"/>
              </a:defRPr>
            </a:pPr>
            <a:r>
              <a:rPr sz="1197" b="1" i="1">
                <a:solidFill>
                  <a:srgbClr val="D64F32"/>
                </a:solidFill>
                <a:latin typeface="Arial"/>
                <a:ea typeface="Arial"/>
                <a:cs typeface="Arial"/>
              </a:rPr>
              <a:t>n2</a:t>
            </a:r>
          </a:p>
        </p:txBody>
      </p:sp>
      <p:sp>
        <p:nvSpPr>
          <p:cNvPr id="281" name="text-diagnostic ions of A-281">
            <a:extLst xmlns:a="http://schemas.openxmlformats.org/drawingml/2006/main">
              <a:ext uri="{FF2B5EF4-FFF2-40B4-BE49-F238E27FC236}">
                <a16:creationId xmlns:a16="http://schemas.microsoft.com/office/drawing/2014/main" id="{7C2B52EB-F584-40E8-B15A-266571D3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2278" y="2953352"/>
            <a:ext cx="3188494" cy="148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43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43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pPr>
            <a:r>
              <a:rPr sz="1043" b="1" i="0">
                <a:solidFill>
                  <a:srgbClr val="0B7068"/>
                </a:solidFill>
                <a:latin typeface="Arial"/>
                <a:ea typeface="Arial"/>
                <a:cs typeface="Arial"/>
              </a:rPr>
              <a:t>diagnostic ions of A</a:t>
            </a:r>
          </a:p>
        </p:txBody>
      </p:sp>
      <p:sp>
        <p:nvSpPr>
          <p:cNvPr id="282" name="text-diagnostic ions of B-282">
            <a:extLst xmlns:a="http://schemas.openxmlformats.org/drawingml/2006/main">
              <a:ext uri="{FF2B5EF4-FFF2-40B4-BE49-F238E27FC236}">
                <a16:creationId xmlns:a16="http://schemas.microsoft.com/office/drawing/2014/main" id="{B01AEB1A-E25E-44DF-9E88-E4B75F62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277" y="2953352"/>
            <a:ext cx="3188494" cy="148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43" b="1" i="0">
                <a:solidFill>
                  <a:srgbClr val="D64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43" b="1" i="0">
                <a:solidFill>
                  <a:srgbClr val="D64F32"/>
                </a:solidFill>
                <a:latin typeface="Arial"/>
                <a:ea typeface="Arial"/>
                <a:cs typeface="Arial"/>
              </a:defRPr>
            </a:pPr>
            <a:r>
              <a:rPr sz="1043" b="1" i="0">
                <a:solidFill>
                  <a:srgbClr val="D64F32"/>
                </a:solidFill>
                <a:latin typeface="Arial"/>
                <a:ea typeface="Arial"/>
                <a:cs typeface="Arial"/>
              </a:rPr>
              <a:t>diagnostic ions of B</a:t>
            </a:r>
          </a:p>
        </p:txBody>
      </p:sp>
      <p:sp>
        <p:nvSpPr>
          <p:cNvPr id="283" name="text-B-283">
            <a:extLst xmlns:a="http://schemas.openxmlformats.org/drawingml/2006/main">
              <a:ext uri="{FF2B5EF4-FFF2-40B4-BE49-F238E27FC236}">
                <a16:creationId xmlns:a16="http://schemas.microsoft.com/office/drawing/2014/main" id="{7CF81C55-6594-4AA5-B2A7-6FEB1D53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308" y="3551023"/>
            <a:ext cx="343376" cy="20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8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8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pPr>
            <a:r>
              <a:rPr sz="1468" b="1" i="0">
                <a:solidFill>
                  <a:srgbClr val="0B7068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84" name="text-On-line PB reaction-284">
            <a:extLst xmlns:a="http://schemas.openxmlformats.org/drawingml/2006/main">
              <a:ext uri="{FF2B5EF4-FFF2-40B4-BE49-F238E27FC236}">
                <a16:creationId xmlns:a16="http://schemas.microsoft.com/office/drawing/2014/main" id="{B96F736F-5702-437A-9848-AF07396E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4942" y="3872815"/>
            <a:ext cx="2256473" cy="15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2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82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1082" b="1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On-line PB reaction</a:t>
            </a:r>
          </a:p>
        </p:txBody>
      </p:sp>
      <p:sp>
        <p:nvSpPr>
          <p:cNvPr id="285" name="text-nanoESI-MS-285">
            <a:extLst xmlns:a="http://schemas.openxmlformats.org/drawingml/2006/main">
              <a:ext uri="{FF2B5EF4-FFF2-40B4-BE49-F238E27FC236}">
                <a16:creationId xmlns:a16="http://schemas.microsoft.com/office/drawing/2014/main" id="{938CE8F0-A5AB-49AA-A1C0-DB817F85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0817" y="3872815"/>
            <a:ext cx="1962150" cy="15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2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82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1082" b="1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nanoESI-MS</a:t>
            </a:r>
          </a:p>
        </p:txBody>
      </p:sp>
      <p:sp>
        <p:nvSpPr>
          <p:cNvPr id="286" name="text-MS/MS-286">
            <a:extLst xmlns:a="http://schemas.openxmlformats.org/drawingml/2006/main">
              <a:ext uri="{FF2B5EF4-FFF2-40B4-BE49-F238E27FC236}">
                <a16:creationId xmlns:a16="http://schemas.microsoft.com/office/drawing/2014/main" id="{7BFE66A3-A2E2-44D2-8EAC-7B2D4671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543" y="3872815"/>
            <a:ext cx="1716881" cy="15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2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82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1082" b="1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MS/MS</a:t>
            </a:r>
          </a:p>
        </p:txBody>
      </p:sp>
      <p:sp>
        <p:nvSpPr>
          <p:cNvPr id="287" name="text-UV lamp-287">
            <a:extLst xmlns:a="http://schemas.openxmlformats.org/drawingml/2006/main">
              <a:ext uri="{FF2B5EF4-FFF2-40B4-BE49-F238E27FC236}">
                <a16:creationId xmlns:a16="http://schemas.microsoft.com/office/drawing/2014/main" id="{636D995E-B532-4DD8-A1DF-D7FD142C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4564" y="4114356"/>
            <a:ext cx="882968" cy="131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27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27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927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UV lamp</a:t>
            </a:r>
          </a:p>
        </p:txBody>
      </p:sp>
      <p:sp>
        <p:nvSpPr>
          <p:cNvPr id="288" name="text-~254 nm-288">
            <a:extLst xmlns:a="http://schemas.openxmlformats.org/drawingml/2006/main">
              <a:ext uri="{FF2B5EF4-FFF2-40B4-BE49-F238E27FC236}">
                <a16:creationId xmlns:a16="http://schemas.microsoft.com/office/drawing/2014/main" id="{272C2477-736A-4C46-9534-FAE7CB26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4564" y="4261517"/>
            <a:ext cx="932021" cy="131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27" b="1" i="0">
                <a:solidFill>
                  <a:srgbClr val="9253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27" b="1" i="0">
                <a:solidFill>
                  <a:srgbClr val="9253B4"/>
                </a:solidFill>
                <a:latin typeface="Arial"/>
                <a:ea typeface="Arial"/>
                <a:cs typeface="Arial"/>
              </a:defRPr>
            </a:pPr>
            <a:r>
              <a:rPr sz="927" b="1" i="0">
                <a:solidFill>
                  <a:srgbClr val="9253B4"/>
                </a:solidFill>
                <a:latin typeface="Arial"/>
                <a:ea typeface="Arial"/>
                <a:cs typeface="Arial"/>
              </a:rPr>
              <a:t>~254 nm</a:t>
            </a:r>
          </a:p>
        </p:txBody>
      </p:sp>
      <p:sp>
        <p:nvSpPr>
          <p:cNvPr id="289" name="text-MS inlet-289">
            <a:extLst xmlns:a="http://schemas.openxmlformats.org/drawingml/2006/main">
              <a:ext uri="{FF2B5EF4-FFF2-40B4-BE49-F238E27FC236}">
                <a16:creationId xmlns:a16="http://schemas.microsoft.com/office/drawing/2014/main" id="{0C79F81F-A331-4594-B753-8276E664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2232" y="4114356"/>
            <a:ext cx="932021" cy="131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27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27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927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MS inlet</a:t>
            </a:r>
          </a:p>
        </p:txBody>
      </p:sp>
      <p:sp>
        <p:nvSpPr>
          <p:cNvPr id="290" name="line-290">
            <a:extLst xmlns:a="http://schemas.openxmlformats.org/drawingml/2006/main">
              <a:ext uri="{FF2B5EF4-FFF2-40B4-BE49-F238E27FC236}">
                <a16:creationId xmlns:a16="http://schemas.microsoft.com/office/drawing/2014/main" id="{5BE8D72E-9F6C-4413-AEBC-AD3FEF61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577" y="4513850"/>
            <a:ext cx="191" cy="166783"/>
          </a:xfrm>
          <a:custGeom xmlns:a="http://schemas.openxmlformats.org/drawingml/2006/main">
            <a:pathLst>
              <a:path w="191" h="166783">
                <a:moveTo>
                  <a:pt x="0" y="1667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291" name="line-291">
            <a:extLst xmlns:a="http://schemas.openxmlformats.org/drawingml/2006/main">
              <a:ext uri="{FF2B5EF4-FFF2-40B4-BE49-F238E27FC236}">
                <a16:creationId xmlns:a16="http://schemas.microsoft.com/office/drawing/2014/main" id="{6AEB6EE6-313B-4741-9225-E9760DAC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577" y="4513850"/>
            <a:ext cx="819198" cy="191"/>
          </a:xfrm>
          <a:custGeom xmlns:a="http://schemas.openxmlformats.org/drawingml/2006/main">
            <a:pathLst>
              <a:path w="819198" h="191">
                <a:moveTo>
                  <a:pt x="0" y="0"/>
                </a:moveTo>
                <a:lnTo>
                  <a:pt x="819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384148"/>
            </a:solidFill>
            <a:prstDash val="solid"/>
          </a:ln>
        </p:spPr>
      </p:sp>
      <p:sp>
        <p:nvSpPr>
          <p:cNvPr id="292" name="line-292">
            <a:extLst xmlns:a="http://schemas.openxmlformats.org/drawingml/2006/main">
              <a:ext uri="{FF2B5EF4-FFF2-40B4-BE49-F238E27FC236}">
                <a16:creationId xmlns:a16="http://schemas.microsoft.com/office/drawing/2014/main" id="{C2D26174-F444-4A01-92F9-976C06ED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858" y="4489323"/>
            <a:ext cx="470916" cy="191"/>
          </a:xfrm>
          <a:custGeom xmlns:a="http://schemas.openxmlformats.org/drawingml/2006/main">
            <a:pathLst>
              <a:path w="470916" h="191">
                <a:moveTo>
                  <a:pt x="0" y="0"/>
                </a:moveTo>
                <a:lnTo>
                  <a:pt x="4709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622">
            <a:solidFill>
              <a:srgbClr val="66727A"/>
            </a:solidFill>
            <a:prstDash val="solid"/>
          </a:ln>
        </p:spPr>
      </p:sp>
      <p:sp>
        <p:nvSpPr>
          <p:cNvPr id="293" name="line-293">
            <a:extLst xmlns:a="http://schemas.openxmlformats.org/drawingml/2006/main">
              <a:ext uri="{FF2B5EF4-FFF2-40B4-BE49-F238E27FC236}">
                <a16:creationId xmlns:a16="http://schemas.microsoft.com/office/drawing/2014/main" id="{28967FED-1705-4E56-8D10-850D0944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858" y="4533471"/>
            <a:ext cx="470916" cy="191"/>
          </a:xfrm>
          <a:custGeom xmlns:a="http://schemas.openxmlformats.org/drawingml/2006/main">
            <a:pathLst>
              <a:path w="470916" h="191">
                <a:moveTo>
                  <a:pt x="0" y="0"/>
                </a:moveTo>
                <a:lnTo>
                  <a:pt x="4709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622">
            <a:solidFill>
              <a:srgbClr val="66727A"/>
            </a:solidFill>
            <a:prstDash val="solid"/>
          </a:ln>
        </p:spPr>
      </p:sp>
      <p:sp>
        <p:nvSpPr>
          <p:cNvPr id="294" name="curve-294">
            <a:extLst xmlns:a="http://schemas.openxmlformats.org/drawingml/2006/main">
              <a:ext uri="{FF2B5EF4-FFF2-40B4-BE49-F238E27FC236}">
                <a16:creationId xmlns:a16="http://schemas.microsoft.com/office/drawing/2014/main" id="{8AA90D46-2560-4FDD-B44E-951BC76D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774" y="4410837"/>
            <a:ext cx="274701" cy="103013"/>
          </a:xfrm>
          <a:custGeom xmlns:a="http://schemas.openxmlformats.org/drawingml/2006/main">
            <a:pathLst>
              <a:path w="274701" h="103013">
                <a:moveTo>
                  <a:pt x="0" y="103013"/>
                </a:moveTo>
                <a:cubicBezTo>
                  <a:pt x="103013" y="98108"/>
                  <a:pt x="181499" y="9811"/>
                  <a:pt x="27470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</a:ln>
        </p:spPr>
      </p:sp>
      <p:sp>
        <p:nvSpPr>
          <p:cNvPr id="295" name="arrowhead-295">
            <a:extLst xmlns:a="http://schemas.openxmlformats.org/drawingml/2006/main">
              <a:ext uri="{FF2B5EF4-FFF2-40B4-BE49-F238E27FC236}">
                <a16:creationId xmlns:a16="http://schemas.microsoft.com/office/drawing/2014/main" id="{2DB0FEA7-2E89-46B7-B4A3-7F3C9F59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475" y="4410837"/>
            <a:ext cx="191" cy="191"/>
          </a:xfrm>
          <a:custGeom xmlns:a="http://schemas.openxmlformats.org/drawingml/2006/main">
            <a:pathLst>
              <a:path w="191" h="19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296" name="curve-296">
            <a:extLst xmlns:a="http://schemas.openxmlformats.org/drawingml/2006/main">
              <a:ext uri="{FF2B5EF4-FFF2-40B4-BE49-F238E27FC236}">
                <a16:creationId xmlns:a16="http://schemas.microsoft.com/office/drawing/2014/main" id="{193A73A3-D7AD-4F01-A1BB-8611B588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774" y="4459891"/>
            <a:ext cx="274701" cy="53959"/>
          </a:xfrm>
          <a:custGeom xmlns:a="http://schemas.openxmlformats.org/drawingml/2006/main">
            <a:pathLst>
              <a:path w="274701" h="53959">
                <a:moveTo>
                  <a:pt x="0" y="53959"/>
                </a:moveTo>
                <a:cubicBezTo>
                  <a:pt x="103013" y="49054"/>
                  <a:pt x="181499" y="9811"/>
                  <a:pt x="27470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</a:ln>
        </p:spPr>
      </p:sp>
      <p:sp>
        <p:nvSpPr>
          <p:cNvPr id="297" name="arrowhead-297">
            <a:extLst xmlns:a="http://schemas.openxmlformats.org/drawingml/2006/main">
              <a:ext uri="{FF2B5EF4-FFF2-40B4-BE49-F238E27FC236}">
                <a16:creationId xmlns:a16="http://schemas.microsoft.com/office/drawing/2014/main" id="{DE20603E-E129-48D2-9E7D-1C78F16D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475" y="4459891"/>
            <a:ext cx="191" cy="191"/>
          </a:xfrm>
          <a:custGeom xmlns:a="http://schemas.openxmlformats.org/drawingml/2006/main">
            <a:pathLst>
              <a:path w="191" h="19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298" name="curve-298">
            <a:extLst xmlns:a="http://schemas.openxmlformats.org/drawingml/2006/main">
              <a:ext uri="{FF2B5EF4-FFF2-40B4-BE49-F238E27FC236}">
                <a16:creationId xmlns:a16="http://schemas.microsoft.com/office/drawing/2014/main" id="{70C20308-E8EE-4DC7-8DE7-FA8A6064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774" y="4508945"/>
            <a:ext cx="274701" cy="14716"/>
          </a:xfrm>
          <a:custGeom xmlns:a="http://schemas.openxmlformats.org/drawingml/2006/main">
            <a:pathLst>
              <a:path w="274701" h="14716">
                <a:moveTo>
                  <a:pt x="0" y="4905"/>
                </a:moveTo>
                <a:cubicBezTo>
                  <a:pt x="103013" y="0"/>
                  <a:pt x="181499" y="14716"/>
                  <a:pt x="274701" y="49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</a:ln>
        </p:spPr>
      </p:sp>
      <p:sp>
        <p:nvSpPr>
          <p:cNvPr id="299" name="arrowhead-299">
            <a:extLst xmlns:a="http://schemas.openxmlformats.org/drawingml/2006/main">
              <a:ext uri="{FF2B5EF4-FFF2-40B4-BE49-F238E27FC236}">
                <a16:creationId xmlns:a16="http://schemas.microsoft.com/office/drawing/2014/main" id="{8E6EE603-CAC1-4F16-AF0A-98BFBB6D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475" y="4513850"/>
            <a:ext cx="191" cy="191"/>
          </a:xfrm>
          <a:custGeom xmlns:a="http://schemas.openxmlformats.org/drawingml/2006/main">
            <a:pathLst>
              <a:path w="191" h="19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00" name="curve-300">
            <a:extLst xmlns:a="http://schemas.openxmlformats.org/drawingml/2006/main">
              <a:ext uri="{FF2B5EF4-FFF2-40B4-BE49-F238E27FC236}">
                <a16:creationId xmlns:a16="http://schemas.microsoft.com/office/drawing/2014/main" id="{EB2CADEB-559D-4EF1-87B1-A75D5432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774" y="4508945"/>
            <a:ext cx="274701" cy="63770"/>
          </a:xfrm>
          <a:custGeom xmlns:a="http://schemas.openxmlformats.org/drawingml/2006/main">
            <a:pathLst>
              <a:path w="274701" h="63770">
                <a:moveTo>
                  <a:pt x="0" y="4905"/>
                </a:moveTo>
                <a:cubicBezTo>
                  <a:pt x="103013" y="0"/>
                  <a:pt x="181499" y="63770"/>
                  <a:pt x="274701" y="53959"/>
                </a:cubicBez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</a:ln>
        </p:spPr>
      </p:sp>
      <p:sp>
        <p:nvSpPr>
          <p:cNvPr id="301" name="arrowhead-301">
            <a:extLst xmlns:a="http://schemas.openxmlformats.org/drawingml/2006/main">
              <a:ext uri="{FF2B5EF4-FFF2-40B4-BE49-F238E27FC236}">
                <a16:creationId xmlns:a16="http://schemas.microsoft.com/office/drawing/2014/main" id="{EE78171F-3CA6-49B7-830F-1A7A69B2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475" y="4562904"/>
            <a:ext cx="191" cy="191"/>
          </a:xfrm>
          <a:custGeom xmlns:a="http://schemas.openxmlformats.org/drawingml/2006/main">
            <a:pathLst>
              <a:path w="191" h="19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02" name="curve-302">
            <a:extLst xmlns:a="http://schemas.openxmlformats.org/drawingml/2006/main">
              <a:ext uri="{FF2B5EF4-FFF2-40B4-BE49-F238E27FC236}">
                <a16:creationId xmlns:a16="http://schemas.microsoft.com/office/drawing/2014/main" id="{5C5D4C83-82D8-4F1B-8B87-DB4E3410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774" y="4508945"/>
            <a:ext cx="274701" cy="117729"/>
          </a:xfrm>
          <a:custGeom xmlns:a="http://schemas.openxmlformats.org/drawingml/2006/main">
            <a:pathLst>
              <a:path w="274701" h="117729">
                <a:moveTo>
                  <a:pt x="0" y="4905"/>
                </a:moveTo>
                <a:cubicBezTo>
                  <a:pt x="103013" y="0"/>
                  <a:pt x="181499" y="117729"/>
                  <a:pt x="274701" y="107918"/>
                </a:cubicBez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</a:ln>
        </p:spPr>
      </p:sp>
      <p:sp>
        <p:nvSpPr>
          <p:cNvPr id="303" name="arrowhead-303">
            <a:extLst xmlns:a="http://schemas.openxmlformats.org/drawingml/2006/main">
              <a:ext uri="{FF2B5EF4-FFF2-40B4-BE49-F238E27FC236}">
                <a16:creationId xmlns:a16="http://schemas.microsoft.com/office/drawing/2014/main" id="{9CF500C7-0861-491A-A69D-6949B62D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475" y="4616863"/>
            <a:ext cx="191" cy="191"/>
          </a:xfrm>
          <a:custGeom xmlns:a="http://schemas.openxmlformats.org/drawingml/2006/main">
            <a:pathLst>
              <a:path w="191" h="19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04" name="shape-304">
            <a:extLst xmlns:a="http://schemas.openxmlformats.org/drawingml/2006/main">
              <a:ext uri="{FF2B5EF4-FFF2-40B4-BE49-F238E27FC236}">
                <a16:creationId xmlns:a16="http://schemas.microsoft.com/office/drawing/2014/main" id="{C6849288-F541-4379-ADDB-B5728B3D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491" y="4185190"/>
            <a:ext cx="166783" cy="5886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6DCE1"/>
          </a:solidFill>
          <a:ln xmlns:a="http://schemas.openxmlformats.org/drawingml/2006/main" w="8830">
            <a:solidFill>
              <a:srgbClr val="384148"/>
            </a:solidFill>
          </a:ln>
        </p:spPr>
      </p:sp>
      <p:sp>
        <p:nvSpPr>
          <p:cNvPr id="305" name="shape-305">
            <a:extLst xmlns:a="http://schemas.openxmlformats.org/drawingml/2006/main">
              <a:ext uri="{FF2B5EF4-FFF2-40B4-BE49-F238E27FC236}">
                <a16:creationId xmlns:a16="http://schemas.microsoft.com/office/drawing/2014/main" id="{9BDC15AD-3E9C-48C9-A547-B789873E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112" y="4244054"/>
            <a:ext cx="127540" cy="122634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E8F8"/>
          </a:solidFill>
          <a:ln xmlns:a="http://schemas.openxmlformats.org/drawingml/2006/main" w="9811">
            <a:solidFill>
              <a:srgbClr val="9253B4"/>
            </a:solidFill>
          </a:ln>
        </p:spPr>
      </p:sp>
      <p:sp>
        <p:nvSpPr>
          <p:cNvPr id="306" name="line-306">
            <a:extLst xmlns:a="http://schemas.openxmlformats.org/drawingml/2006/main">
              <a:ext uri="{FF2B5EF4-FFF2-40B4-BE49-F238E27FC236}">
                <a16:creationId xmlns:a16="http://schemas.microsoft.com/office/drawing/2014/main" id="{1867DCCF-5B32-4495-8D47-539DB9F1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544" y="4268581"/>
            <a:ext cx="191" cy="63770"/>
          </a:xfrm>
          <a:custGeom xmlns:a="http://schemas.openxmlformats.org/drawingml/2006/main">
            <a:pathLst>
              <a:path w="191" h="63770">
                <a:moveTo>
                  <a:pt x="0" y="0"/>
                </a:moveTo>
                <a:lnTo>
                  <a:pt x="0" y="63770"/>
                </a:lnTo>
              </a:path>
            </a:pathLst>
          </a:custGeom>
          <a:noFill xmlns:a="http://schemas.openxmlformats.org/drawingml/2006/main"/>
          <a:ln xmlns:a="http://schemas.openxmlformats.org/drawingml/2006/main" w="9811">
            <a:solidFill>
              <a:srgbClr val="9253B4"/>
            </a:solidFill>
            <a:prstDash val="solid"/>
          </a:ln>
        </p:spPr>
      </p:sp>
      <p:sp>
        <p:nvSpPr>
          <p:cNvPr id="307" name="line-307">
            <a:extLst xmlns:a="http://schemas.openxmlformats.org/drawingml/2006/main">
              <a:ext uri="{FF2B5EF4-FFF2-40B4-BE49-F238E27FC236}">
                <a16:creationId xmlns:a16="http://schemas.microsoft.com/office/drawing/2014/main" id="{F326DA30-98A6-43D7-AE0E-19381C0A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220" y="4268581"/>
            <a:ext cx="191" cy="63770"/>
          </a:xfrm>
          <a:custGeom xmlns:a="http://schemas.openxmlformats.org/drawingml/2006/main">
            <a:pathLst>
              <a:path w="191" h="63770">
                <a:moveTo>
                  <a:pt x="0" y="0"/>
                </a:moveTo>
                <a:lnTo>
                  <a:pt x="0" y="63770"/>
                </a:lnTo>
              </a:path>
            </a:pathLst>
          </a:custGeom>
          <a:noFill xmlns:a="http://schemas.openxmlformats.org/drawingml/2006/main"/>
          <a:ln xmlns:a="http://schemas.openxmlformats.org/drawingml/2006/main" w="9811">
            <a:solidFill>
              <a:srgbClr val="9253B4"/>
            </a:solidFill>
            <a:prstDash val="solid"/>
          </a:ln>
        </p:spPr>
      </p:sp>
      <p:sp>
        <p:nvSpPr>
          <p:cNvPr id="308" name="line-308">
            <a:extLst xmlns:a="http://schemas.openxmlformats.org/drawingml/2006/main">
              <a:ext uri="{FF2B5EF4-FFF2-40B4-BE49-F238E27FC236}">
                <a16:creationId xmlns:a16="http://schemas.microsoft.com/office/drawing/2014/main" id="{B8CC847F-A60A-4C96-866E-79F80799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127" y="4386310"/>
            <a:ext cx="318849" cy="93202"/>
          </a:xfrm>
          <a:custGeom xmlns:a="http://schemas.openxmlformats.org/drawingml/2006/main">
            <a:pathLst>
              <a:path w="318849" h="93202">
                <a:moveTo>
                  <a:pt x="318849" y="0"/>
                </a:moveTo>
                <a:lnTo>
                  <a:pt x="0" y="93202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9253B4"/>
            </a:solidFill>
            <a:prstDash val="solid"/>
          </a:ln>
        </p:spPr>
      </p:sp>
      <p:sp>
        <p:nvSpPr>
          <p:cNvPr id="309" name="arrowhead-309">
            <a:extLst xmlns:a="http://schemas.openxmlformats.org/drawingml/2006/main">
              <a:ext uri="{FF2B5EF4-FFF2-40B4-BE49-F238E27FC236}">
                <a16:creationId xmlns:a16="http://schemas.microsoft.com/office/drawing/2014/main" id="{17EF9B97-E9E0-45FE-9D78-D258C73A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127" y="4450799"/>
            <a:ext cx="42842" cy="35407"/>
          </a:xfrm>
          <a:custGeom xmlns:a="http://schemas.openxmlformats.org/drawingml/2006/main">
            <a:pathLst>
              <a:path w="42842" h="35407">
                <a:moveTo>
                  <a:pt x="0" y="28714"/>
                </a:moveTo>
                <a:lnTo>
                  <a:pt x="32492" y="0"/>
                </a:lnTo>
                <a:lnTo>
                  <a:pt x="42842" y="354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310" name="line-310">
            <a:extLst xmlns:a="http://schemas.openxmlformats.org/drawingml/2006/main">
              <a:ext uri="{FF2B5EF4-FFF2-40B4-BE49-F238E27FC236}">
                <a16:creationId xmlns:a16="http://schemas.microsoft.com/office/drawing/2014/main" id="{39E5F99B-9FBF-4CEA-A7B7-C99D4913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951" y="4386310"/>
            <a:ext cx="206026" cy="93202"/>
          </a:xfrm>
          <a:custGeom xmlns:a="http://schemas.openxmlformats.org/drawingml/2006/main">
            <a:pathLst>
              <a:path w="206026" h="93202">
                <a:moveTo>
                  <a:pt x="206026" y="0"/>
                </a:moveTo>
                <a:lnTo>
                  <a:pt x="0" y="93202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9253B4"/>
            </a:solidFill>
            <a:prstDash val="solid"/>
          </a:ln>
        </p:spPr>
      </p:sp>
      <p:sp>
        <p:nvSpPr>
          <p:cNvPr id="311" name="arrowhead-311">
            <a:extLst xmlns:a="http://schemas.openxmlformats.org/drawingml/2006/main">
              <a:ext uri="{FF2B5EF4-FFF2-40B4-BE49-F238E27FC236}">
                <a16:creationId xmlns:a16="http://schemas.microsoft.com/office/drawing/2014/main" id="{577024C1-DBE7-4614-A2D7-9E734E80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951" y="4446533"/>
            <a:ext cx="43357" cy="33609"/>
          </a:xfrm>
          <a:custGeom xmlns:a="http://schemas.openxmlformats.org/drawingml/2006/main">
            <a:pathLst>
              <a:path w="43357" h="33609">
                <a:moveTo>
                  <a:pt x="0" y="32979"/>
                </a:moveTo>
                <a:lnTo>
                  <a:pt x="28152" y="0"/>
                </a:lnTo>
                <a:lnTo>
                  <a:pt x="43357" y="33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312" name="line-312">
            <a:extLst xmlns:a="http://schemas.openxmlformats.org/drawingml/2006/main">
              <a:ext uri="{FF2B5EF4-FFF2-40B4-BE49-F238E27FC236}">
                <a16:creationId xmlns:a16="http://schemas.microsoft.com/office/drawing/2014/main" id="{E0F4C523-BEA2-4B9E-B378-E3F7BA7E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869" y="4386310"/>
            <a:ext cx="98107" cy="93202"/>
          </a:xfrm>
          <a:custGeom xmlns:a="http://schemas.openxmlformats.org/drawingml/2006/main">
            <a:pathLst>
              <a:path w="98107" h="93202">
                <a:moveTo>
                  <a:pt x="98107" y="0"/>
                </a:moveTo>
                <a:lnTo>
                  <a:pt x="0" y="93202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9253B4"/>
            </a:solidFill>
            <a:prstDash val="solid"/>
          </a:ln>
        </p:spPr>
      </p:sp>
      <p:sp>
        <p:nvSpPr>
          <p:cNvPr id="313" name="arrowhead-313">
            <a:extLst xmlns:a="http://schemas.openxmlformats.org/drawingml/2006/main">
              <a:ext uri="{FF2B5EF4-FFF2-40B4-BE49-F238E27FC236}">
                <a16:creationId xmlns:a16="http://schemas.microsoft.com/office/drawing/2014/main" id="{BCFD72B5-AD64-473A-B845-297B404B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869" y="4439112"/>
            <a:ext cx="41155" cy="40401"/>
          </a:xfrm>
          <a:custGeom xmlns:a="http://schemas.openxmlformats.org/drawingml/2006/main">
            <a:pathLst>
              <a:path w="41155" h="40401">
                <a:moveTo>
                  <a:pt x="0" y="40401"/>
                </a:moveTo>
                <a:lnTo>
                  <a:pt x="15748" y="0"/>
                </a:lnTo>
                <a:lnTo>
                  <a:pt x="41155" y="267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314" name="line-314">
            <a:extLst xmlns:a="http://schemas.openxmlformats.org/drawingml/2006/main">
              <a:ext uri="{FF2B5EF4-FFF2-40B4-BE49-F238E27FC236}">
                <a16:creationId xmlns:a16="http://schemas.microsoft.com/office/drawing/2014/main" id="{989EBB22-7AC3-4243-8E50-89FF54B4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921" y="4298013"/>
            <a:ext cx="83391" cy="83391"/>
          </a:xfrm>
          <a:custGeom xmlns:a="http://schemas.openxmlformats.org/drawingml/2006/main">
            <a:pathLst>
              <a:path w="83391" h="83391">
                <a:moveTo>
                  <a:pt x="83391" y="0"/>
                </a:moveTo>
                <a:lnTo>
                  <a:pt x="0" y="83391"/>
                </a:lnTo>
              </a:path>
            </a:pathLst>
          </a:custGeom>
          <a:noFill xmlns:a="http://schemas.openxmlformats.org/drawingml/2006/main"/>
          <a:ln xmlns:a="http://schemas.openxmlformats.org/drawingml/2006/main" w="22074">
            <a:solidFill>
              <a:srgbClr val="66727A"/>
            </a:solidFill>
            <a:prstDash val="solid"/>
          </a:ln>
        </p:spPr>
      </p:sp>
      <p:sp>
        <p:nvSpPr>
          <p:cNvPr id="315" name="line-315">
            <a:extLst xmlns:a="http://schemas.openxmlformats.org/drawingml/2006/main">
              <a:ext uri="{FF2B5EF4-FFF2-40B4-BE49-F238E27FC236}">
                <a16:creationId xmlns:a16="http://schemas.microsoft.com/office/drawing/2014/main" id="{A9CE34D7-AB8F-4B0E-937F-97D8A8F3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921" y="4381405"/>
            <a:ext cx="191" cy="83391"/>
          </a:xfrm>
          <a:custGeom xmlns:a="http://schemas.openxmlformats.org/drawingml/2006/main">
            <a:pathLst>
              <a:path w="191" h="83391">
                <a:moveTo>
                  <a:pt x="0" y="0"/>
                </a:moveTo>
                <a:lnTo>
                  <a:pt x="0" y="83391"/>
                </a:lnTo>
              </a:path>
            </a:pathLst>
          </a:custGeom>
          <a:noFill xmlns:a="http://schemas.openxmlformats.org/drawingml/2006/main"/>
          <a:ln xmlns:a="http://schemas.openxmlformats.org/drawingml/2006/main" w="22074">
            <a:solidFill>
              <a:srgbClr val="66727A"/>
            </a:solidFill>
            <a:prstDash val="solid"/>
          </a:ln>
        </p:spPr>
      </p:sp>
      <p:sp>
        <p:nvSpPr>
          <p:cNvPr id="316" name="line-316">
            <a:extLst xmlns:a="http://schemas.openxmlformats.org/drawingml/2006/main">
              <a:ext uri="{FF2B5EF4-FFF2-40B4-BE49-F238E27FC236}">
                <a16:creationId xmlns:a16="http://schemas.microsoft.com/office/drawing/2014/main" id="{E0C2BDC5-09E5-4050-8C9C-F20B727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921" y="4636484"/>
            <a:ext cx="83391" cy="83391"/>
          </a:xfrm>
          <a:custGeom xmlns:a="http://schemas.openxmlformats.org/drawingml/2006/main">
            <a:pathLst>
              <a:path w="83391" h="83391">
                <a:moveTo>
                  <a:pt x="83391" y="833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74">
            <a:solidFill>
              <a:srgbClr val="66727A"/>
            </a:solidFill>
            <a:prstDash val="solid"/>
          </a:ln>
        </p:spPr>
      </p:sp>
      <p:sp>
        <p:nvSpPr>
          <p:cNvPr id="317" name="line-317">
            <a:extLst xmlns:a="http://schemas.openxmlformats.org/drawingml/2006/main">
              <a:ext uri="{FF2B5EF4-FFF2-40B4-BE49-F238E27FC236}">
                <a16:creationId xmlns:a16="http://schemas.microsoft.com/office/drawing/2014/main" id="{96B51F4C-7A3B-4FB9-BAC4-37267334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921" y="4553093"/>
            <a:ext cx="191" cy="83391"/>
          </a:xfrm>
          <a:custGeom xmlns:a="http://schemas.openxmlformats.org/drawingml/2006/main">
            <a:pathLst>
              <a:path w="191" h="83391">
                <a:moveTo>
                  <a:pt x="0" y="833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74">
            <a:solidFill>
              <a:srgbClr val="66727A"/>
            </a:solidFill>
            <a:prstDash val="solid"/>
          </a:ln>
        </p:spPr>
      </p:sp>
      <p:sp>
        <p:nvSpPr>
          <p:cNvPr id="318" name="line-318">
            <a:extLst xmlns:a="http://schemas.openxmlformats.org/drawingml/2006/main">
              <a:ext uri="{FF2B5EF4-FFF2-40B4-BE49-F238E27FC236}">
                <a16:creationId xmlns:a16="http://schemas.microsoft.com/office/drawing/2014/main" id="{3DF22776-AEC9-4557-AEC2-28296DCC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555" y="4298013"/>
            <a:ext cx="88297" cy="117729"/>
          </a:xfrm>
          <a:custGeom xmlns:a="http://schemas.openxmlformats.org/drawingml/2006/main">
            <a:pathLst>
              <a:path w="88297" h="117729">
                <a:moveTo>
                  <a:pt x="88297" y="0"/>
                </a:moveTo>
                <a:lnTo>
                  <a:pt x="0" y="117729"/>
                </a:lnTo>
              </a:path>
            </a:pathLst>
          </a:custGeom>
          <a:noFill xmlns:a="http://schemas.openxmlformats.org/drawingml/2006/main"/>
          <a:ln xmlns:a="http://schemas.openxmlformats.org/drawingml/2006/main" w="22074">
            <a:solidFill>
              <a:srgbClr val="66727A"/>
            </a:solidFill>
            <a:prstDash val="solid"/>
          </a:ln>
        </p:spPr>
      </p:sp>
      <p:sp>
        <p:nvSpPr>
          <p:cNvPr id="319" name="line-319">
            <a:extLst xmlns:a="http://schemas.openxmlformats.org/drawingml/2006/main">
              <a:ext uri="{FF2B5EF4-FFF2-40B4-BE49-F238E27FC236}">
                <a16:creationId xmlns:a16="http://schemas.microsoft.com/office/drawing/2014/main" id="{87354A6F-1C85-4D8A-B88B-9387A3FC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555" y="4611957"/>
            <a:ext cx="88297" cy="122634"/>
          </a:xfrm>
          <a:custGeom xmlns:a="http://schemas.openxmlformats.org/drawingml/2006/main">
            <a:pathLst>
              <a:path w="88297" h="122634">
                <a:moveTo>
                  <a:pt x="88297" y="12263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74">
            <a:solidFill>
              <a:srgbClr val="66727A"/>
            </a:solidFill>
            <a:prstDash val="solid"/>
          </a:ln>
        </p:spPr>
      </p:sp>
      <p:sp>
        <p:nvSpPr>
          <p:cNvPr id="320" name="shape-320">
            <a:extLst xmlns:a="http://schemas.openxmlformats.org/drawingml/2006/main">
              <a:ext uri="{FF2B5EF4-FFF2-40B4-BE49-F238E27FC236}">
                <a16:creationId xmlns:a16="http://schemas.microsoft.com/office/drawing/2014/main" id="{6E999E1F-7476-403A-95F8-31D9D4E0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58" y="4685538"/>
            <a:ext cx="215837" cy="2158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811">
            <a:solidFill>
              <a:srgbClr val="384148"/>
            </a:solidFill>
          </a:ln>
        </p:spPr>
      </p:sp>
      <p:sp>
        <p:nvSpPr>
          <p:cNvPr id="321" name="text-HV-321">
            <a:extLst xmlns:a="http://schemas.openxmlformats.org/drawingml/2006/main">
              <a:ext uri="{FF2B5EF4-FFF2-40B4-BE49-F238E27FC236}">
                <a16:creationId xmlns:a16="http://schemas.microsoft.com/office/drawing/2014/main" id="{539489F4-C82A-41C5-8303-8B55AFBA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482" y="4744010"/>
            <a:ext cx="104190" cy="98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95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95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695" b="1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HV</a:t>
            </a:r>
          </a:p>
        </p:txBody>
      </p:sp>
      <p:sp>
        <p:nvSpPr>
          <p:cNvPr id="322" name="text-lipids in-322">
            <a:extLst xmlns:a="http://schemas.openxmlformats.org/drawingml/2006/main">
              <a:ext uri="{FF2B5EF4-FFF2-40B4-BE49-F238E27FC236}">
                <a16:creationId xmlns:a16="http://schemas.microsoft.com/office/drawing/2014/main" id="{A7859E5E-4105-4F41-B7A3-6BE9DECC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8508" y="4820730"/>
            <a:ext cx="981075" cy="131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27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27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927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lipids in</a:t>
            </a:r>
          </a:p>
        </p:txBody>
      </p:sp>
      <p:sp>
        <p:nvSpPr>
          <p:cNvPr id="323" name="text-acetone/water-323">
            <a:extLst xmlns:a="http://schemas.openxmlformats.org/drawingml/2006/main">
              <a:ext uri="{FF2B5EF4-FFF2-40B4-BE49-F238E27FC236}">
                <a16:creationId xmlns:a16="http://schemas.microsoft.com/office/drawing/2014/main" id="{C6135757-D1D2-406F-9DA7-0CD22850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3239" y="4958081"/>
            <a:ext cx="1471613" cy="131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27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27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927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acetone/water</a:t>
            </a:r>
          </a:p>
        </p:txBody>
      </p:sp>
      <p:sp>
        <p:nvSpPr>
          <p:cNvPr id="324" name="line-324">
            <a:extLst xmlns:a="http://schemas.openxmlformats.org/drawingml/2006/main">
              <a:ext uri="{FF2B5EF4-FFF2-40B4-BE49-F238E27FC236}">
                <a16:creationId xmlns:a16="http://schemas.microsoft.com/office/drawing/2014/main" id="{B8914503-E433-44DE-8186-17DDFA89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131" y="4587431"/>
            <a:ext cx="348282" cy="191"/>
          </a:xfrm>
          <a:custGeom xmlns:a="http://schemas.openxmlformats.org/drawingml/2006/main">
            <a:pathLst>
              <a:path w="348282" h="191">
                <a:moveTo>
                  <a:pt x="0" y="0"/>
                </a:moveTo>
                <a:lnTo>
                  <a:pt x="3482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384148"/>
            </a:solidFill>
            <a:prstDash val="solid"/>
          </a:ln>
        </p:spPr>
      </p:sp>
      <p:sp>
        <p:nvSpPr>
          <p:cNvPr id="325" name="arrowhead-325">
            <a:extLst xmlns:a="http://schemas.openxmlformats.org/drawingml/2006/main">
              <a:ext uri="{FF2B5EF4-FFF2-40B4-BE49-F238E27FC236}">
                <a16:creationId xmlns:a16="http://schemas.microsoft.com/office/drawing/2014/main" id="{B62BBAE1-AD2B-4527-B30A-12358377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16" y="4545931"/>
            <a:ext cx="88297" cy="82999"/>
          </a:xfrm>
          <a:custGeom xmlns:a="http://schemas.openxmlformats.org/drawingml/2006/main">
            <a:pathLst>
              <a:path w="88297" h="82999">
                <a:moveTo>
                  <a:pt x="88297" y="41499"/>
                </a:moveTo>
                <a:lnTo>
                  <a:pt x="0" y="829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26" name="line-326">
            <a:extLst xmlns:a="http://schemas.openxmlformats.org/drawingml/2006/main">
              <a:ext uri="{FF2B5EF4-FFF2-40B4-BE49-F238E27FC236}">
                <a16:creationId xmlns:a16="http://schemas.microsoft.com/office/drawing/2014/main" id="{030F5E5F-C367-4225-8BFA-ED2269AF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763" y="4587431"/>
            <a:ext cx="353187" cy="191"/>
          </a:xfrm>
          <a:custGeom xmlns:a="http://schemas.openxmlformats.org/drawingml/2006/main">
            <a:pathLst>
              <a:path w="353187" h="191">
                <a:moveTo>
                  <a:pt x="0" y="0"/>
                </a:moveTo>
                <a:lnTo>
                  <a:pt x="3531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384148"/>
            </a:solidFill>
            <a:prstDash val="solid"/>
          </a:ln>
        </p:spPr>
      </p:sp>
      <p:sp>
        <p:nvSpPr>
          <p:cNvPr id="327" name="arrowhead-327">
            <a:extLst xmlns:a="http://schemas.openxmlformats.org/drawingml/2006/main">
              <a:ext uri="{FF2B5EF4-FFF2-40B4-BE49-F238E27FC236}">
                <a16:creationId xmlns:a16="http://schemas.microsoft.com/office/drawing/2014/main" id="{3CD3824A-A421-4B4B-994A-5D553D34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653" y="4545931"/>
            <a:ext cx="88297" cy="82999"/>
          </a:xfrm>
          <a:custGeom xmlns:a="http://schemas.openxmlformats.org/drawingml/2006/main">
            <a:pathLst>
              <a:path w="88297" h="82999">
                <a:moveTo>
                  <a:pt x="88297" y="41499"/>
                </a:moveTo>
                <a:lnTo>
                  <a:pt x="0" y="829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28" name="line-328">
            <a:extLst xmlns:a="http://schemas.openxmlformats.org/drawingml/2006/main">
              <a:ext uri="{FF2B5EF4-FFF2-40B4-BE49-F238E27FC236}">
                <a16:creationId xmlns:a16="http://schemas.microsoft.com/office/drawing/2014/main" id="{20A38CBD-9850-41D6-BB79-56FC33A8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789" y="4955334"/>
            <a:ext cx="1810083" cy="191"/>
          </a:xfrm>
          <a:custGeom xmlns:a="http://schemas.openxmlformats.org/drawingml/2006/main">
            <a:pathLst>
              <a:path w="1810083" h="191">
                <a:moveTo>
                  <a:pt x="0" y="0"/>
                </a:moveTo>
                <a:lnTo>
                  <a:pt x="18100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11">
            <a:solidFill>
              <a:srgbClr val="384148"/>
            </a:solidFill>
            <a:prstDash val="solid"/>
          </a:ln>
        </p:spPr>
      </p:sp>
      <p:sp>
        <p:nvSpPr>
          <p:cNvPr id="329" name="arrowhead-329">
            <a:extLst xmlns:a="http://schemas.openxmlformats.org/drawingml/2006/main">
              <a:ext uri="{FF2B5EF4-FFF2-40B4-BE49-F238E27FC236}">
                <a16:creationId xmlns:a16="http://schemas.microsoft.com/office/drawing/2014/main" id="{A1B861EC-C097-4EBA-A4B1-2E094634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819" y="4932278"/>
            <a:ext cx="49054" cy="46111"/>
          </a:xfrm>
          <a:custGeom xmlns:a="http://schemas.openxmlformats.org/drawingml/2006/main">
            <a:pathLst>
              <a:path w="49054" h="46111">
                <a:moveTo>
                  <a:pt x="49054" y="23055"/>
                </a:moveTo>
                <a:lnTo>
                  <a:pt x="0" y="461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30" name="line-330">
            <a:extLst xmlns:a="http://schemas.openxmlformats.org/drawingml/2006/main">
              <a:ext uri="{FF2B5EF4-FFF2-40B4-BE49-F238E27FC236}">
                <a16:creationId xmlns:a16="http://schemas.microsoft.com/office/drawing/2014/main" id="{14207921-DEB2-4679-95A8-A8C9B878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789" y="4239149"/>
            <a:ext cx="191" cy="716185"/>
          </a:xfrm>
          <a:custGeom xmlns:a="http://schemas.openxmlformats.org/drawingml/2006/main">
            <a:pathLst>
              <a:path w="191" h="716185">
                <a:moveTo>
                  <a:pt x="0" y="7161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11">
            <a:solidFill>
              <a:srgbClr val="384148"/>
            </a:solidFill>
            <a:prstDash val="solid"/>
          </a:ln>
        </p:spPr>
      </p:sp>
      <p:sp>
        <p:nvSpPr>
          <p:cNvPr id="331" name="arrowhead-331">
            <a:extLst xmlns:a="http://schemas.openxmlformats.org/drawingml/2006/main">
              <a:ext uri="{FF2B5EF4-FFF2-40B4-BE49-F238E27FC236}">
                <a16:creationId xmlns:a16="http://schemas.microsoft.com/office/drawing/2014/main" id="{D2D02F75-1358-432C-B850-133E75A7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734" y="4239149"/>
            <a:ext cx="46111" cy="49054"/>
          </a:xfrm>
          <a:custGeom xmlns:a="http://schemas.openxmlformats.org/drawingml/2006/main">
            <a:pathLst>
              <a:path w="46111" h="49054">
                <a:moveTo>
                  <a:pt x="23055" y="0"/>
                </a:moveTo>
                <a:lnTo>
                  <a:pt x="46111" y="49054"/>
                </a:lnTo>
                <a:lnTo>
                  <a:pt x="0" y="49054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32" name="text-Relative Intensity-332">
            <a:extLst xmlns:a="http://schemas.openxmlformats.org/drawingml/2006/main">
              <a:ext uri="{FF2B5EF4-FFF2-40B4-BE49-F238E27FC236}">
                <a16:creationId xmlns:a16="http://schemas.microsoft.com/office/drawing/2014/main" id="{93734F5E-AA20-4E04-B28D-8A571049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169712" y="4553289"/>
            <a:ext cx="932021" cy="87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18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18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618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Relative Intensity</a:t>
            </a:r>
          </a:p>
        </p:txBody>
      </p:sp>
      <p:sp>
        <p:nvSpPr>
          <p:cNvPr id="333" name="text-m/z-333">
            <a:extLst xmlns:a="http://schemas.openxmlformats.org/drawingml/2006/main">
              <a:ext uri="{FF2B5EF4-FFF2-40B4-BE49-F238E27FC236}">
                <a16:creationId xmlns:a16="http://schemas.microsoft.com/office/drawing/2014/main" id="{83BF0DF0-520E-4BF0-B5F9-4DFB7716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5987" y="4896077"/>
            <a:ext cx="269796" cy="98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95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95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695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m/z</a:t>
            </a:r>
          </a:p>
        </p:txBody>
      </p:sp>
      <p:sp>
        <p:nvSpPr>
          <p:cNvPr id="334" name="line-334">
            <a:extLst xmlns:a="http://schemas.openxmlformats.org/drawingml/2006/main">
              <a:ext uri="{FF2B5EF4-FFF2-40B4-BE49-F238E27FC236}">
                <a16:creationId xmlns:a16="http://schemas.microsoft.com/office/drawing/2014/main" id="{0DBF42A0-7F3D-4DB6-A3F0-C8B3113C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301" y="4396121"/>
            <a:ext cx="191" cy="554307"/>
          </a:xfrm>
          <a:custGeom xmlns:a="http://schemas.openxmlformats.org/drawingml/2006/main">
            <a:pathLst>
              <a:path w="191" h="554307">
                <a:moveTo>
                  <a:pt x="0" y="0"/>
                </a:moveTo>
                <a:lnTo>
                  <a:pt x="0" y="554307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384148"/>
            </a:solidFill>
            <a:prstDash val="solid"/>
          </a:ln>
        </p:spPr>
      </p:sp>
      <p:sp>
        <p:nvSpPr>
          <p:cNvPr id="335" name="line-335">
            <a:extLst xmlns:a="http://schemas.openxmlformats.org/drawingml/2006/main">
              <a:ext uri="{FF2B5EF4-FFF2-40B4-BE49-F238E27FC236}">
                <a16:creationId xmlns:a16="http://schemas.microsoft.com/office/drawing/2014/main" id="{9A9241F6-69C4-4780-AF7E-1084FAC6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728" y="4602147"/>
            <a:ext cx="191" cy="348282"/>
          </a:xfrm>
          <a:custGeom xmlns:a="http://schemas.openxmlformats.org/drawingml/2006/main">
            <a:pathLst>
              <a:path w="191" h="348282">
                <a:moveTo>
                  <a:pt x="0" y="0"/>
                </a:moveTo>
                <a:lnTo>
                  <a:pt x="0" y="348282"/>
                </a:lnTo>
              </a:path>
            </a:pathLst>
          </a:custGeom>
          <a:noFill xmlns:a="http://schemas.openxmlformats.org/drawingml/2006/main"/>
          <a:ln xmlns:a="http://schemas.openxmlformats.org/drawingml/2006/main" w="17659">
            <a:solidFill>
              <a:srgbClr val="384148"/>
            </a:solidFill>
            <a:prstDash val="solid"/>
          </a:ln>
        </p:spPr>
      </p:sp>
      <p:sp>
        <p:nvSpPr>
          <p:cNvPr id="336" name="text-A-336">
            <a:extLst xmlns:a="http://schemas.openxmlformats.org/drawingml/2006/main">
              <a:ext uri="{FF2B5EF4-FFF2-40B4-BE49-F238E27FC236}">
                <a16:creationId xmlns:a16="http://schemas.microsoft.com/office/drawing/2014/main" id="{DC5B5E8A-5777-443F-881C-474D45B3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8909" y="4208147"/>
            <a:ext cx="98108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B706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7" name="text-,-337">
            <a:extLst xmlns:a="http://schemas.openxmlformats.org/drawingml/2006/main">
              <a:ext uri="{FF2B5EF4-FFF2-40B4-BE49-F238E27FC236}">
                <a16:creationId xmlns:a16="http://schemas.microsoft.com/office/drawing/2014/main" id="{A01E3E80-C2BE-40ED-91DB-2432FE6B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7585" y="4208147"/>
            <a:ext cx="98108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338" name="text-B-338">
            <a:extLst xmlns:a="http://schemas.openxmlformats.org/drawingml/2006/main">
              <a:ext uri="{FF2B5EF4-FFF2-40B4-BE49-F238E27FC236}">
                <a16:creationId xmlns:a16="http://schemas.microsoft.com/office/drawing/2014/main" id="{463C6358-B6C9-4451-92F8-ADACF585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6449" y="4208147"/>
            <a:ext cx="98108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1" i="0">
                <a:solidFill>
                  <a:srgbClr val="D64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1" i="0">
                <a:solidFill>
                  <a:srgbClr val="D64F32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D64F3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39" name="text-PB products-339">
            <a:extLst xmlns:a="http://schemas.openxmlformats.org/drawingml/2006/main">
              <a:ext uri="{FF2B5EF4-FFF2-40B4-BE49-F238E27FC236}">
                <a16:creationId xmlns:a16="http://schemas.microsoft.com/office/drawing/2014/main" id="{090B1C88-F1BB-4E6E-BA9F-2B75D658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5488" y="4185778"/>
            <a:ext cx="981075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88" b="1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PB products</a:t>
            </a:r>
          </a:p>
        </p:txBody>
      </p:sp>
      <p:sp>
        <p:nvSpPr>
          <p:cNvPr id="340" name="text-+58 Da-340">
            <a:extLst xmlns:a="http://schemas.openxmlformats.org/drawingml/2006/main">
              <a:ext uri="{FF2B5EF4-FFF2-40B4-BE49-F238E27FC236}">
                <a16:creationId xmlns:a16="http://schemas.microsoft.com/office/drawing/2014/main" id="{4DC33D00-7E8E-4AFA-A6BE-777C7454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4541" y="4337845"/>
            <a:ext cx="882968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88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88" b="1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+58 Da</a:t>
            </a:r>
          </a:p>
        </p:txBody>
      </p:sp>
      <p:sp>
        <p:nvSpPr>
          <p:cNvPr id="341" name="line-341">
            <a:extLst xmlns:a="http://schemas.openxmlformats.org/drawingml/2006/main">
              <a:ext uri="{FF2B5EF4-FFF2-40B4-BE49-F238E27FC236}">
                <a16:creationId xmlns:a16="http://schemas.microsoft.com/office/drawing/2014/main" id="{729CEEBF-C771-4995-A055-20687930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017" y="4651200"/>
            <a:ext cx="711279" cy="191"/>
          </a:xfrm>
          <a:custGeom xmlns:a="http://schemas.openxmlformats.org/drawingml/2006/main">
            <a:pathLst>
              <a:path w="711279" h="191">
                <a:moveTo>
                  <a:pt x="0" y="0"/>
                </a:moveTo>
                <a:lnTo>
                  <a:pt x="711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54">
            <a:solidFill>
              <a:srgbClr val="384148"/>
            </a:solidFill>
            <a:prstDash val="solid"/>
          </a:ln>
        </p:spPr>
      </p:sp>
      <p:sp>
        <p:nvSpPr>
          <p:cNvPr id="342" name="arrowhead-342">
            <a:extLst xmlns:a="http://schemas.openxmlformats.org/drawingml/2006/main">
              <a:ext uri="{FF2B5EF4-FFF2-40B4-BE49-F238E27FC236}">
                <a16:creationId xmlns:a16="http://schemas.microsoft.com/office/drawing/2014/main" id="{9535A04C-6AF8-4A48-B897-5F9CD5FF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9432" y="4623534"/>
            <a:ext cx="58864" cy="55333"/>
          </a:xfrm>
          <a:custGeom xmlns:a="http://schemas.openxmlformats.org/drawingml/2006/main">
            <a:pathLst>
              <a:path w="58864" h="55333">
                <a:moveTo>
                  <a:pt x="58864" y="27666"/>
                </a:moveTo>
                <a:lnTo>
                  <a:pt x="0" y="553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43" name="line-343">
            <a:extLst xmlns:a="http://schemas.openxmlformats.org/drawingml/2006/main">
              <a:ext uri="{FF2B5EF4-FFF2-40B4-BE49-F238E27FC236}">
                <a16:creationId xmlns:a16="http://schemas.microsoft.com/office/drawing/2014/main" id="{F15CD997-65C7-42BC-8AAF-A0626930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53" y="4955334"/>
            <a:ext cx="2516457" cy="191"/>
          </a:xfrm>
          <a:custGeom xmlns:a="http://schemas.openxmlformats.org/drawingml/2006/main">
            <a:pathLst>
              <a:path w="2516457" h="191">
                <a:moveTo>
                  <a:pt x="0" y="0"/>
                </a:moveTo>
                <a:lnTo>
                  <a:pt x="25164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11">
            <a:solidFill>
              <a:srgbClr val="384148"/>
            </a:solidFill>
            <a:prstDash val="solid"/>
          </a:ln>
        </p:spPr>
      </p:sp>
      <p:sp>
        <p:nvSpPr>
          <p:cNvPr id="344" name="arrowhead-344">
            <a:extLst xmlns:a="http://schemas.openxmlformats.org/drawingml/2006/main">
              <a:ext uri="{FF2B5EF4-FFF2-40B4-BE49-F238E27FC236}">
                <a16:creationId xmlns:a16="http://schemas.microsoft.com/office/drawing/2014/main" id="{30E9AB62-A2AB-409E-8A99-57EF0CE1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1256" y="4932278"/>
            <a:ext cx="49054" cy="46111"/>
          </a:xfrm>
          <a:custGeom xmlns:a="http://schemas.openxmlformats.org/drawingml/2006/main">
            <a:pathLst>
              <a:path w="49054" h="46111">
                <a:moveTo>
                  <a:pt x="49054" y="23055"/>
                </a:moveTo>
                <a:lnTo>
                  <a:pt x="0" y="461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45" name="line-345">
            <a:extLst xmlns:a="http://schemas.openxmlformats.org/drawingml/2006/main">
              <a:ext uri="{FF2B5EF4-FFF2-40B4-BE49-F238E27FC236}">
                <a16:creationId xmlns:a16="http://schemas.microsoft.com/office/drawing/2014/main" id="{B43F89F5-4587-45A7-BC98-E60A4D5D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53" y="4234244"/>
            <a:ext cx="191" cy="721090"/>
          </a:xfrm>
          <a:custGeom xmlns:a="http://schemas.openxmlformats.org/drawingml/2006/main">
            <a:pathLst>
              <a:path w="191" h="721090">
                <a:moveTo>
                  <a:pt x="0" y="7210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11">
            <a:solidFill>
              <a:srgbClr val="384148"/>
            </a:solidFill>
            <a:prstDash val="solid"/>
          </a:ln>
        </p:spPr>
      </p:sp>
      <p:sp>
        <p:nvSpPr>
          <p:cNvPr id="346" name="arrowhead-346">
            <a:extLst xmlns:a="http://schemas.openxmlformats.org/drawingml/2006/main">
              <a:ext uri="{FF2B5EF4-FFF2-40B4-BE49-F238E27FC236}">
                <a16:creationId xmlns:a16="http://schemas.microsoft.com/office/drawing/2014/main" id="{6D9A17BC-8DCD-43ED-B102-F738F1EB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797" y="4234244"/>
            <a:ext cx="46111" cy="49054"/>
          </a:xfrm>
          <a:custGeom xmlns:a="http://schemas.openxmlformats.org/drawingml/2006/main">
            <a:pathLst>
              <a:path w="46111" h="49054">
                <a:moveTo>
                  <a:pt x="23055" y="0"/>
                </a:moveTo>
                <a:lnTo>
                  <a:pt x="46111" y="49054"/>
                </a:lnTo>
                <a:lnTo>
                  <a:pt x="0" y="49054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47" name="text-Relative Intensity-347">
            <a:extLst xmlns:a="http://schemas.openxmlformats.org/drawingml/2006/main">
              <a:ext uri="{FF2B5EF4-FFF2-40B4-BE49-F238E27FC236}">
                <a16:creationId xmlns:a16="http://schemas.microsoft.com/office/drawing/2014/main" id="{E55A362C-5EA6-45D6-A67F-F4E8B1AD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965775" y="4550836"/>
            <a:ext cx="932021" cy="87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18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18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618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Relative Intensity</a:t>
            </a:r>
          </a:p>
        </p:txBody>
      </p:sp>
      <p:sp>
        <p:nvSpPr>
          <p:cNvPr id="348" name="text-m/z-348">
            <a:extLst xmlns:a="http://schemas.openxmlformats.org/drawingml/2006/main">
              <a:ext uri="{FF2B5EF4-FFF2-40B4-BE49-F238E27FC236}">
                <a16:creationId xmlns:a16="http://schemas.microsoft.com/office/drawing/2014/main" id="{87DE861E-4E7A-4578-A2D7-25BC6A8E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425" y="4896077"/>
            <a:ext cx="269796" cy="98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95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95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695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m/z</a:t>
            </a:r>
          </a:p>
        </p:txBody>
      </p:sp>
      <p:sp>
        <p:nvSpPr>
          <p:cNvPr id="349" name="line-349">
            <a:extLst xmlns:a="http://schemas.openxmlformats.org/drawingml/2006/main">
              <a:ext uri="{FF2B5EF4-FFF2-40B4-BE49-F238E27FC236}">
                <a16:creationId xmlns:a16="http://schemas.microsoft.com/office/drawing/2014/main" id="{708D35FC-23A2-4E22-9942-E18F9F1D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932" y="4690443"/>
            <a:ext cx="191" cy="259985"/>
          </a:xfrm>
          <a:custGeom xmlns:a="http://schemas.openxmlformats.org/drawingml/2006/main">
            <a:pathLst>
              <a:path w="191" h="259985">
                <a:moveTo>
                  <a:pt x="0" y="0"/>
                </a:moveTo>
                <a:lnTo>
                  <a:pt x="0" y="259985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350" name="line-350">
            <a:extLst xmlns:a="http://schemas.openxmlformats.org/drawingml/2006/main">
              <a:ext uri="{FF2B5EF4-FFF2-40B4-BE49-F238E27FC236}">
                <a16:creationId xmlns:a16="http://schemas.microsoft.com/office/drawing/2014/main" id="{9975FAB2-0488-4A36-9492-1EBA9706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702" y="4582525"/>
            <a:ext cx="191" cy="367903"/>
          </a:xfrm>
          <a:custGeom xmlns:a="http://schemas.openxmlformats.org/drawingml/2006/main">
            <a:pathLst>
              <a:path w="191" h="367903">
                <a:moveTo>
                  <a:pt x="0" y="0"/>
                </a:moveTo>
                <a:lnTo>
                  <a:pt x="0" y="367903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0B7068"/>
            </a:solidFill>
            <a:prstDash val="solid"/>
          </a:ln>
        </p:spPr>
      </p:sp>
      <p:sp>
        <p:nvSpPr>
          <p:cNvPr id="351" name="line-351">
            <a:extLst xmlns:a="http://schemas.openxmlformats.org/drawingml/2006/main">
              <a:ext uri="{FF2B5EF4-FFF2-40B4-BE49-F238E27FC236}">
                <a16:creationId xmlns:a16="http://schemas.microsoft.com/office/drawing/2014/main" id="{829C84E5-9533-4977-B2E2-C791410B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2119" y="4695349"/>
            <a:ext cx="191" cy="255080"/>
          </a:xfrm>
          <a:custGeom xmlns:a="http://schemas.openxmlformats.org/drawingml/2006/main">
            <a:pathLst>
              <a:path w="191" h="255080">
                <a:moveTo>
                  <a:pt x="0" y="0"/>
                </a:moveTo>
                <a:lnTo>
                  <a:pt x="0" y="255080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352" name="line-352">
            <a:extLst xmlns:a="http://schemas.openxmlformats.org/drawingml/2006/main">
              <a:ext uri="{FF2B5EF4-FFF2-40B4-BE49-F238E27FC236}">
                <a16:creationId xmlns:a16="http://schemas.microsoft.com/office/drawing/2014/main" id="{0EBCEAAD-AA6B-453C-9845-6DE9E07C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889" y="4464796"/>
            <a:ext cx="191" cy="485632"/>
          </a:xfrm>
          <a:custGeom xmlns:a="http://schemas.openxmlformats.org/drawingml/2006/main">
            <a:pathLst>
              <a:path w="191" h="485632">
                <a:moveTo>
                  <a:pt x="0" y="0"/>
                </a:moveTo>
                <a:lnTo>
                  <a:pt x="0" y="485632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D64F32"/>
            </a:solidFill>
            <a:prstDash val="solid"/>
          </a:ln>
        </p:spPr>
      </p:sp>
      <p:sp>
        <p:nvSpPr>
          <p:cNvPr id="353" name="line-353">
            <a:extLst xmlns:a="http://schemas.openxmlformats.org/drawingml/2006/main">
              <a:ext uri="{FF2B5EF4-FFF2-40B4-BE49-F238E27FC236}">
                <a16:creationId xmlns:a16="http://schemas.microsoft.com/office/drawing/2014/main" id="{D8DCCB6C-2547-4251-BE84-EB56F5D1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6381" y="4734592"/>
            <a:ext cx="191" cy="215837"/>
          </a:xfrm>
          <a:custGeom xmlns:a="http://schemas.openxmlformats.org/drawingml/2006/main">
            <a:pathLst>
              <a:path w="191" h="215837">
                <a:moveTo>
                  <a:pt x="0" y="0"/>
                </a:moveTo>
                <a:lnTo>
                  <a:pt x="0" y="215837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384148"/>
            </a:solidFill>
            <a:prstDash val="solid"/>
          </a:ln>
        </p:spPr>
      </p:sp>
      <p:sp>
        <p:nvSpPr>
          <p:cNvPr id="354" name="line-354">
            <a:extLst xmlns:a="http://schemas.openxmlformats.org/drawingml/2006/main">
              <a:ext uri="{FF2B5EF4-FFF2-40B4-BE49-F238E27FC236}">
                <a16:creationId xmlns:a16="http://schemas.microsoft.com/office/drawing/2014/main" id="{7F6F03A4-D286-4A4F-B433-2EB803A3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975" y="4636484"/>
            <a:ext cx="191" cy="313944"/>
          </a:xfrm>
          <a:custGeom xmlns:a="http://schemas.openxmlformats.org/drawingml/2006/main">
            <a:pathLst>
              <a:path w="191" h="313944">
                <a:moveTo>
                  <a:pt x="0" y="0"/>
                </a:moveTo>
                <a:lnTo>
                  <a:pt x="0" y="313944"/>
                </a:lnTo>
              </a:path>
            </a:pathLst>
          </a:custGeom>
          <a:noFill xmlns:a="http://schemas.openxmlformats.org/drawingml/2006/main"/>
          <a:ln xmlns:a="http://schemas.openxmlformats.org/drawingml/2006/main" w="17169">
            <a:solidFill>
              <a:srgbClr val="384148"/>
            </a:solidFill>
            <a:prstDash val="solid"/>
          </a:ln>
        </p:spPr>
      </p:sp>
      <p:sp>
        <p:nvSpPr>
          <p:cNvPr id="355" name="text-diagnostic ions-355">
            <a:extLst xmlns:a="http://schemas.openxmlformats.org/drawingml/2006/main">
              <a:ext uri="{FF2B5EF4-FFF2-40B4-BE49-F238E27FC236}">
                <a16:creationId xmlns:a16="http://schemas.microsoft.com/office/drawing/2014/main" id="{95C6E79E-A97C-401B-929C-0590B189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7070" y="4130250"/>
            <a:ext cx="1275398" cy="10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3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3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773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diagnostic ions</a:t>
            </a:r>
          </a:p>
        </p:txBody>
      </p:sp>
      <p:sp>
        <p:nvSpPr>
          <p:cNvPr id="356" name="line-356">
            <a:extLst xmlns:a="http://schemas.openxmlformats.org/drawingml/2006/main">
              <a:ext uri="{FF2B5EF4-FFF2-40B4-BE49-F238E27FC236}">
                <a16:creationId xmlns:a16="http://schemas.microsoft.com/office/drawing/2014/main" id="{5B82A328-1103-4D88-A2C7-A4DAC7B2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878" y="4356878"/>
            <a:ext cx="191" cy="39243"/>
          </a:xfrm>
          <a:custGeom xmlns:a="http://schemas.openxmlformats.org/drawingml/2006/main">
            <a:pathLst>
              <a:path w="191" h="39243">
                <a:moveTo>
                  <a:pt x="0" y="392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339">
            <a:solidFill>
              <a:srgbClr val="737C84"/>
            </a:solidFill>
            <a:prstDash val="solid"/>
          </a:ln>
        </p:spPr>
      </p:sp>
      <p:sp>
        <p:nvSpPr>
          <p:cNvPr id="357" name="line-357">
            <a:extLst xmlns:a="http://schemas.openxmlformats.org/drawingml/2006/main">
              <a:ext uri="{FF2B5EF4-FFF2-40B4-BE49-F238E27FC236}">
                <a16:creationId xmlns:a16="http://schemas.microsoft.com/office/drawing/2014/main" id="{F2E9AA44-E9D2-40BF-A4C3-1E6CCF74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878" y="4356878"/>
            <a:ext cx="510159" cy="191"/>
          </a:xfrm>
          <a:custGeom xmlns:a="http://schemas.openxmlformats.org/drawingml/2006/main">
            <a:pathLst>
              <a:path w="510159" h="191">
                <a:moveTo>
                  <a:pt x="0" y="0"/>
                </a:moveTo>
                <a:lnTo>
                  <a:pt x="5101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339">
            <a:solidFill>
              <a:srgbClr val="737C84"/>
            </a:solidFill>
            <a:prstDash val="solid"/>
          </a:ln>
        </p:spPr>
      </p:sp>
      <p:sp>
        <p:nvSpPr>
          <p:cNvPr id="358" name="line-358">
            <a:extLst xmlns:a="http://schemas.openxmlformats.org/drawingml/2006/main">
              <a:ext uri="{FF2B5EF4-FFF2-40B4-BE49-F238E27FC236}">
                <a16:creationId xmlns:a16="http://schemas.microsoft.com/office/drawing/2014/main" id="{30C7922D-B11B-4063-B3D2-8BC70A13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37" y="4356878"/>
            <a:ext cx="191" cy="39243"/>
          </a:xfrm>
          <a:custGeom xmlns:a="http://schemas.openxmlformats.org/drawingml/2006/main">
            <a:pathLst>
              <a:path w="191" h="39243">
                <a:moveTo>
                  <a:pt x="0" y="0"/>
                </a:moveTo>
                <a:lnTo>
                  <a:pt x="0" y="39243"/>
                </a:lnTo>
              </a:path>
            </a:pathLst>
          </a:custGeom>
          <a:noFill xmlns:a="http://schemas.openxmlformats.org/drawingml/2006/main"/>
          <a:ln xmlns:a="http://schemas.openxmlformats.org/drawingml/2006/main" w="8339">
            <a:solidFill>
              <a:srgbClr val="737C84"/>
            </a:solidFill>
            <a:prstDash val="solid"/>
          </a:ln>
        </p:spPr>
      </p:sp>
      <p:sp>
        <p:nvSpPr>
          <p:cNvPr id="359" name="text-PB products of-359">
            <a:extLst xmlns:a="http://schemas.openxmlformats.org/drawingml/2006/main">
              <a:ext uri="{FF2B5EF4-FFF2-40B4-BE49-F238E27FC236}">
                <a16:creationId xmlns:a16="http://schemas.microsoft.com/office/drawing/2014/main" id="{28456EB9-9C1E-4FFE-8FD8-7836480F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7358" y="4154776"/>
            <a:ext cx="1226344" cy="10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3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3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773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PB products of</a:t>
            </a:r>
          </a:p>
        </p:txBody>
      </p:sp>
      <p:sp>
        <p:nvSpPr>
          <p:cNvPr id="360" name="text-A-360">
            <a:extLst xmlns:a="http://schemas.openxmlformats.org/drawingml/2006/main">
              <a:ext uri="{FF2B5EF4-FFF2-40B4-BE49-F238E27FC236}">
                <a16:creationId xmlns:a16="http://schemas.microsoft.com/office/drawing/2014/main" id="{4A5E7419-0EA5-4980-ACC8-91ACB5D0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7138" y="4301349"/>
            <a:ext cx="98108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B706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61" name="text-,-361">
            <a:extLst xmlns:a="http://schemas.openxmlformats.org/drawingml/2006/main">
              <a:ext uri="{FF2B5EF4-FFF2-40B4-BE49-F238E27FC236}">
                <a16:creationId xmlns:a16="http://schemas.microsoft.com/office/drawing/2014/main" id="{FD880410-BCE7-4BDC-8137-9509F68E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5813" y="4301349"/>
            <a:ext cx="98108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362" name="text-B-362">
            <a:extLst xmlns:a="http://schemas.openxmlformats.org/drawingml/2006/main">
              <a:ext uri="{FF2B5EF4-FFF2-40B4-BE49-F238E27FC236}">
                <a16:creationId xmlns:a16="http://schemas.microsoft.com/office/drawing/2014/main" id="{22146944-3220-42E2-A9A7-3828AF94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9583" y="4301349"/>
            <a:ext cx="98108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1" i="0">
                <a:solidFill>
                  <a:srgbClr val="D64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1" i="0">
                <a:solidFill>
                  <a:srgbClr val="D64F32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D64F3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63" name="line-363">
            <a:extLst xmlns:a="http://schemas.openxmlformats.org/drawingml/2006/main">
              <a:ext uri="{FF2B5EF4-FFF2-40B4-BE49-F238E27FC236}">
                <a16:creationId xmlns:a16="http://schemas.microsoft.com/office/drawing/2014/main" id="{C0F10A32-600D-4EE6-A4E2-20170EB7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610" y="4955334"/>
            <a:ext cx="255079" cy="480727"/>
          </a:xfrm>
          <a:custGeom xmlns:a="http://schemas.openxmlformats.org/drawingml/2006/main">
            <a:pathLst>
              <a:path w="255079" h="480727">
                <a:moveTo>
                  <a:pt x="255079" y="0"/>
                </a:moveTo>
                <a:lnTo>
                  <a:pt x="0" y="480727"/>
                </a:lnTo>
              </a:path>
            </a:pathLst>
          </a:custGeom>
          <a:noFill xmlns:a="http://schemas.openxmlformats.org/drawingml/2006/main"/>
          <a:ln xmlns:a="http://schemas.openxmlformats.org/drawingml/2006/main" w="7358">
            <a:solidFill>
              <a:srgbClr val="7A8792"/>
            </a:solidFill>
            <a:prstDash val="dash"/>
          </a:ln>
        </p:spPr>
      </p:sp>
      <p:sp>
        <p:nvSpPr>
          <p:cNvPr id="364" name="line-364">
            <a:extLst xmlns:a="http://schemas.openxmlformats.org/drawingml/2006/main">
              <a:ext uri="{FF2B5EF4-FFF2-40B4-BE49-F238E27FC236}">
                <a16:creationId xmlns:a16="http://schemas.microsoft.com/office/drawing/2014/main" id="{AA6A9D91-D2EA-4F43-AF38-3BFF948F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16" y="4955334"/>
            <a:ext cx="2182892" cy="485632"/>
          </a:xfrm>
          <a:custGeom xmlns:a="http://schemas.openxmlformats.org/drawingml/2006/main">
            <a:pathLst>
              <a:path w="2182892" h="485632">
                <a:moveTo>
                  <a:pt x="0" y="0"/>
                </a:moveTo>
                <a:lnTo>
                  <a:pt x="2182892" y="485632"/>
                </a:lnTo>
              </a:path>
            </a:pathLst>
          </a:custGeom>
          <a:noFill xmlns:a="http://schemas.openxmlformats.org/drawingml/2006/main"/>
          <a:ln xmlns:a="http://schemas.openxmlformats.org/drawingml/2006/main" w="7358">
            <a:solidFill>
              <a:srgbClr val="7A8792"/>
            </a:solidFill>
            <a:prstDash val="dash"/>
          </a:ln>
        </p:spPr>
      </p:sp>
      <p:sp>
        <p:nvSpPr>
          <p:cNvPr id="365" name="line-365">
            <a:extLst xmlns:a="http://schemas.openxmlformats.org/drawingml/2006/main">
              <a:ext uri="{FF2B5EF4-FFF2-40B4-BE49-F238E27FC236}">
                <a16:creationId xmlns:a16="http://schemas.microsoft.com/office/drawing/2014/main" id="{87CB2B11-C1F7-4517-A8FA-C25837C0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878" y="6304312"/>
            <a:ext cx="2452688" cy="191"/>
          </a:xfrm>
          <a:custGeom xmlns:a="http://schemas.openxmlformats.org/drawingml/2006/main">
            <a:pathLst>
              <a:path w="2452688" h="191">
                <a:moveTo>
                  <a:pt x="0" y="0"/>
                </a:moveTo>
                <a:lnTo>
                  <a:pt x="24526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366" name="arrowhead-366">
            <a:extLst xmlns:a="http://schemas.openxmlformats.org/drawingml/2006/main">
              <a:ext uri="{FF2B5EF4-FFF2-40B4-BE49-F238E27FC236}">
                <a16:creationId xmlns:a16="http://schemas.microsoft.com/office/drawing/2014/main" id="{912B5412-6E28-4FCF-BE70-9CC57725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512" y="6281256"/>
            <a:ext cx="49054" cy="46111"/>
          </a:xfrm>
          <a:custGeom xmlns:a="http://schemas.openxmlformats.org/drawingml/2006/main">
            <a:pathLst>
              <a:path w="49054" h="46111">
                <a:moveTo>
                  <a:pt x="49054" y="23055"/>
                </a:moveTo>
                <a:lnTo>
                  <a:pt x="0" y="461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67" name="line-367">
            <a:extLst xmlns:a="http://schemas.openxmlformats.org/drawingml/2006/main">
              <a:ext uri="{FF2B5EF4-FFF2-40B4-BE49-F238E27FC236}">
                <a16:creationId xmlns:a16="http://schemas.microsoft.com/office/drawing/2014/main" id="{A64577C4-1867-47E4-A7E6-2E9BF11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878" y="5705856"/>
            <a:ext cx="191" cy="598456"/>
          </a:xfrm>
          <a:custGeom xmlns:a="http://schemas.openxmlformats.org/drawingml/2006/main">
            <a:pathLst>
              <a:path w="191" h="598456">
                <a:moveTo>
                  <a:pt x="0" y="5984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30">
            <a:solidFill>
              <a:srgbClr val="384148"/>
            </a:solidFill>
            <a:prstDash val="solid"/>
          </a:ln>
        </p:spPr>
      </p:sp>
      <p:sp>
        <p:nvSpPr>
          <p:cNvPr id="368" name="arrowhead-368">
            <a:extLst xmlns:a="http://schemas.openxmlformats.org/drawingml/2006/main">
              <a:ext uri="{FF2B5EF4-FFF2-40B4-BE49-F238E27FC236}">
                <a16:creationId xmlns:a16="http://schemas.microsoft.com/office/drawing/2014/main" id="{B3C49CE7-4C1D-413D-BA93-EB59BED1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823" y="5705856"/>
            <a:ext cx="46111" cy="49054"/>
          </a:xfrm>
          <a:custGeom xmlns:a="http://schemas.openxmlformats.org/drawingml/2006/main">
            <a:pathLst>
              <a:path w="46111" h="49054">
                <a:moveTo>
                  <a:pt x="23055" y="0"/>
                </a:moveTo>
                <a:lnTo>
                  <a:pt x="46111" y="49054"/>
                </a:lnTo>
                <a:lnTo>
                  <a:pt x="0" y="49054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69" name="line-369">
            <a:extLst xmlns:a="http://schemas.openxmlformats.org/drawingml/2006/main">
              <a:ext uri="{FF2B5EF4-FFF2-40B4-BE49-F238E27FC236}">
                <a16:creationId xmlns:a16="http://schemas.microsoft.com/office/drawing/2014/main" id="{794E9F75-2D75-4852-8C64-30F49A69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444" y="6044327"/>
            <a:ext cx="191" cy="259985"/>
          </a:xfrm>
          <a:custGeom xmlns:a="http://schemas.openxmlformats.org/drawingml/2006/main">
            <a:pathLst>
              <a:path w="191" h="259985">
                <a:moveTo>
                  <a:pt x="0" y="0"/>
                </a:moveTo>
                <a:lnTo>
                  <a:pt x="0" y="259985"/>
                </a:lnTo>
              </a:path>
            </a:pathLst>
          </a:custGeom>
          <a:noFill xmlns:a="http://schemas.openxmlformats.org/drawingml/2006/main"/>
          <a:ln xmlns:a="http://schemas.openxmlformats.org/drawingml/2006/main" w="16188">
            <a:solidFill>
              <a:srgbClr val="0B7068"/>
            </a:solidFill>
            <a:prstDash val="solid"/>
          </a:ln>
        </p:spPr>
      </p:sp>
      <p:sp>
        <p:nvSpPr>
          <p:cNvPr id="370" name="line-370">
            <a:extLst xmlns:a="http://schemas.openxmlformats.org/drawingml/2006/main">
              <a:ext uri="{FF2B5EF4-FFF2-40B4-BE49-F238E27FC236}">
                <a16:creationId xmlns:a16="http://schemas.microsoft.com/office/drawing/2014/main" id="{AB86EDC4-CCA9-40A9-AB3D-127FF06C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265" y="5902071"/>
            <a:ext cx="191" cy="402241"/>
          </a:xfrm>
          <a:custGeom xmlns:a="http://schemas.openxmlformats.org/drawingml/2006/main">
            <a:pathLst>
              <a:path w="191" h="402241">
                <a:moveTo>
                  <a:pt x="0" y="0"/>
                </a:moveTo>
                <a:lnTo>
                  <a:pt x="0" y="402241"/>
                </a:lnTo>
              </a:path>
            </a:pathLst>
          </a:custGeom>
          <a:noFill xmlns:a="http://schemas.openxmlformats.org/drawingml/2006/main"/>
          <a:ln xmlns:a="http://schemas.openxmlformats.org/drawingml/2006/main" w="16188">
            <a:solidFill>
              <a:srgbClr val="0B7068"/>
            </a:solidFill>
            <a:prstDash val="solid"/>
          </a:ln>
        </p:spPr>
      </p:sp>
      <p:sp>
        <p:nvSpPr>
          <p:cNvPr id="371" name="line-371">
            <a:extLst xmlns:a="http://schemas.openxmlformats.org/drawingml/2006/main">
              <a:ext uri="{FF2B5EF4-FFF2-40B4-BE49-F238E27FC236}">
                <a16:creationId xmlns:a16="http://schemas.microsoft.com/office/drawing/2014/main" id="{543EE17B-4434-44F7-B5AB-87ED4635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018" y="5941314"/>
            <a:ext cx="191" cy="362998"/>
          </a:xfrm>
          <a:custGeom xmlns:a="http://schemas.openxmlformats.org/drawingml/2006/main">
            <a:pathLst>
              <a:path w="191" h="362998">
                <a:moveTo>
                  <a:pt x="0" y="0"/>
                </a:moveTo>
                <a:lnTo>
                  <a:pt x="0" y="362998"/>
                </a:lnTo>
              </a:path>
            </a:pathLst>
          </a:custGeom>
          <a:noFill xmlns:a="http://schemas.openxmlformats.org/drawingml/2006/main"/>
          <a:ln xmlns:a="http://schemas.openxmlformats.org/drawingml/2006/main" w="16188">
            <a:solidFill>
              <a:srgbClr val="D64F32"/>
            </a:solidFill>
            <a:prstDash val="solid"/>
          </a:ln>
        </p:spPr>
      </p:sp>
      <p:sp>
        <p:nvSpPr>
          <p:cNvPr id="372" name="line-372">
            <a:extLst xmlns:a="http://schemas.openxmlformats.org/drawingml/2006/main">
              <a:ext uri="{FF2B5EF4-FFF2-40B4-BE49-F238E27FC236}">
                <a16:creationId xmlns:a16="http://schemas.microsoft.com/office/drawing/2014/main" id="{A0D9A290-63A6-4247-AB15-92A8D4CC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839" y="5740194"/>
            <a:ext cx="191" cy="564118"/>
          </a:xfrm>
          <a:custGeom xmlns:a="http://schemas.openxmlformats.org/drawingml/2006/main">
            <a:pathLst>
              <a:path w="191" h="564118">
                <a:moveTo>
                  <a:pt x="0" y="0"/>
                </a:moveTo>
                <a:lnTo>
                  <a:pt x="0" y="564118"/>
                </a:lnTo>
              </a:path>
            </a:pathLst>
          </a:custGeom>
          <a:noFill xmlns:a="http://schemas.openxmlformats.org/drawingml/2006/main"/>
          <a:ln xmlns:a="http://schemas.openxmlformats.org/drawingml/2006/main" w="16188">
            <a:solidFill>
              <a:srgbClr val="D64F32"/>
            </a:solidFill>
            <a:prstDash val="solid"/>
          </a:ln>
        </p:spPr>
      </p:sp>
      <p:sp>
        <p:nvSpPr>
          <p:cNvPr id="373" name="text-m1-373">
            <a:extLst xmlns:a="http://schemas.openxmlformats.org/drawingml/2006/main">
              <a:ext uri="{FF2B5EF4-FFF2-40B4-BE49-F238E27FC236}">
                <a16:creationId xmlns:a16="http://schemas.microsoft.com/office/drawing/2014/main" id="{69DF915A-3917-4A27-AE9C-CE66D10D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6878" y="5892849"/>
            <a:ext cx="133132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88" b="1" i="1">
                <a:solidFill>
                  <a:srgbClr val="0B70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88" b="1" i="1">
                <a:solidFill>
                  <a:srgbClr val="0B7068"/>
                </a:solidFill>
                <a:latin typeface="Arial"/>
                <a:ea typeface="Arial"/>
                <a:cs typeface="Arial"/>
              </a:defRPr>
            </a:pPr>
            <a:r>
              <a:rPr sz="888" b="1" i="1">
                <a:solidFill>
                  <a:srgbClr val="0B7068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374" name="text-m2-374">
            <a:extLst xmlns:a="http://schemas.openxmlformats.org/drawingml/2006/main">
              <a:ext uri="{FF2B5EF4-FFF2-40B4-BE49-F238E27FC236}">
                <a16:creationId xmlns:a16="http://schemas.microsoft.com/office/drawing/2014/main" id="{B22E8D04-B60E-47C6-BFD3-0B7BD9BA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2699" y="5750593"/>
            <a:ext cx="133132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88" b="1" i="1">
                <a:solidFill>
                  <a:srgbClr val="0B70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88" b="1" i="1">
                <a:solidFill>
                  <a:srgbClr val="0B7068"/>
                </a:solidFill>
                <a:latin typeface="Arial"/>
                <a:ea typeface="Arial"/>
                <a:cs typeface="Arial"/>
              </a:defRPr>
            </a:pPr>
            <a:r>
              <a:rPr sz="888" b="1" i="1">
                <a:solidFill>
                  <a:srgbClr val="0B7068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375" name="text-n1-375">
            <a:extLst xmlns:a="http://schemas.openxmlformats.org/drawingml/2006/main">
              <a:ext uri="{FF2B5EF4-FFF2-40B4-BE49-F238E27FC236}">
                <a16:creationId xmlns:a16="http://schemas.microsoft.com/office/drawing/2014/main" id="{CADFACF1-8ED5-4AD8-B3BD-79085CD7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9452" y="5789836"/>
            <a:ext cx="133132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88" b="1" i="1">
                <a:solidFill>
                  <a:srgbClr val="D64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88" b="1" i="1">
                <a:solidFill>
                  <a:srgbClr val="D64F32"/>
                </a:solidFill>
                <a:latin typeface="Arial"/>
                <a:ea typeface="Arial"/>
                <a:cs typeface="Arial"/>
              </a:defRPr>
            </a:pPr>
            <a:r>
              <a:rPr sz="888" b="1" i="1">
                <a:solidFill>
                  <a:srgbClr val="D64F32"/>
                </a:solidFill>
                <a:latin typeface="Arial"/>
                <a:ea typeface="Arial"/>
                <a:cs typeface="Arial"/>
              </a:rPr>
              <a:t>n1</a:t>
            </a:r>
          </a:p>
        </p:txBody>
      </p:sp>
      <p:sp>
        <p:nvSpPr>
          <p:cNvPr id="376" name="text-n2-376">
            <a:extLst xmlns:a="http://schemas.openxmlformats.org/drawingml/2006/main">
              <a:ext uri="{FF2B5EF4-FFF2-40B4-BE49-F238E27FC236}">
                <a16:creationId xmlns:a16="http://schemas.microsoft.com/office/drawing/2014/main" id="{B8458ED7-4E6D-4ECF-8AF3-48EAB92F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5273" y="5588716"/>
            <a:ext cx="133132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88" b="1" i="1">
                <a:solidFill>
                  <a:srgbClr val="D64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88" b="1" i="1">
                <a:solidFill>
                  <a:srgbClr val="D64F32"/>
                </a:solidFill>
                <a:latin typeface="Arial"/>
                <a:ea typeface="Arial"/>
                <a:cs typeface="Arial"/>
              </a:defRPr>
            </a:pPr>
            <a:r>
              <a:rPr sz="888" b="1" i="1">
                <a:solidFill>
                  <a:srgbClr val="D64F32"/>
                </a:solidFill>
                <a:latin typeface="Arial"/>
                <a:ea typeface="Arial"/>
                <a:cs typeface="Arial"/>
              </a:rPr>
              <a:t>n2</a:t>
            </a:r>
          </a:p>
        </p:txBody>
      </p:sp>
      <p:sp>
        <p:nvSpPr>
          <p:cNvPr id="377" name="line-377">
            <a:extLst xmlns:a="http://schemas.openxmlformats.org/drawingml/2006/main">
              <a:ext uri="{FF2B5EF4-FFF2-40B4-BE49-F238E27FC236}">
                <a16:creationId xmlns:a16="http://schemas.microsoft.com/office/drawing/2014/main" id="{97B2841D-8FF3-4677-A908-7F03F9E0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22813"/>
            <a:ext cx="446389" cy="191"/>
          </a:xfrm>
          <a:custGeom xmlns:a="http://schemas.openxmlformats.org/drawingml/2006/main">
            <a:pathLst>
              <a:path w="446389" h="191">
                <a:moveTo>
                  <a:pt x="0" y="0"/>
                </a:moveTo>
                <a:lnTo>
                  <a:pt x="4463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868">
            <a:solidFill>
              <a:srgbClr val="384148"/>
            </a:solidFill>
            <a:prstDash val="solid"/>
          </a:ln>
        </p:spPr>
      </p:sp>
      <p:sp>
        <p:nvSpPr>
          <p:cNvPr id="378" name="arrowhead-378">
            <a:extLst xmlns:a="http://schemas.openxmlformats.org/drawingml/2006/main">
              <a:ext uri="{FF2B5EF4-FFF2-40B4-BE49-F238E27FC236}">
                <a16:creationId xmlns:a16="http://schemas.microsoft.com/office/drawing/2014/main" id="{C9D07B9E-C174-49FA-8DEC-18B24FF8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01" y="6102063"/>
            <a:ext cx="44148" cy="41499"/>
          </a:xfrm>
          <a:custGeom xmlns:a="http://schemas.openxmlformats.org/drawingml/2006/main">
            <a:pathLst>
              <a:path w="44148" h="41499">
                <a:moveTo>
                  <a:pt x="44148" y="20750"/>
                </a:moveTo>
                <a:lnTo>
                  <a:pt x="0" y="414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79" name="arrowhead-379">
            <a:extLst xmlns:a="http://schemas.openxmlformats.org/drawingml/2006/main">
              <a:ext uri="{FF2B5EF4-FFF2-40B4-BE49-F238E27FC236}">
                <a16:creationId xmlns:a16="http://schemas.microsoft.com/office/drawing/2014/main" id="{C5902ED0-BF40-414F-8C05-AE799CDA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02063"/>
            <a:ext cx="44148" cy="41499"/>
          </a:xfrm>
          <a:custGeom xmlns:a="http://schemas.openxmlformats.org/drawingml/2006/main">
            <a:pathLst>
              <a:path w="44148" h="41499">
                <a:moveTo>
                  <a:pt x="0" y="20750"/>
                </a:moveTo>
                <a:lnTo>
                  <a:pt x="44148" y="0"/>
                </a:lnTo>
                <a:lnTo>
                  <a:pt x="44148" y="41499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80" name="line-380">
            <a:extLst xmlns:a="http://schemas.openxmlformats.org/drawingml/2006/main">
              <a:ext uri="{FF2B5EF4-FFF2-40B4-BE49-F238E27FC236}">
                <a16:creationId xmlns:a16="http://schemas.microsoft.com/office/drawing/2014/main" id="{0620EFFC-EEEB-4572-ACB4-0183D635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639" y="6024705"/>
            <a:ext cx="436578" cy="191"/>
          </a:xfrm>
          <a:custGeom xmlns:a="http://schemas.openxmlformats.org/drawingml/2006/main">
            <a:pathLst>
              <a:path w="436578" h="191">
                <a:moveTo>
                  <a:pt x="0" y="0"/>
                </a:moveTo>
                <a:lnTo>
                  <a:pt x="4365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868">
            <a:solidFill>
              <a:srgbClr val="384148"/>
            </a:solidFill>
            <a:prstDash val="solid"/>
          </a:ln>
        </p:spPr>
      </p:sp>
      <p:sp>
        <p:nvSpPr>
          <p:cNvPr id="381" name="arrowhead-381">
            <a:extLst xmlns:a="http://schemas.openxmlformats.org/drawingml/2006/main">
              <a:ext uri="{FF2B5EF4-FFF2-40B4-BE49-F238E27FC236}">
                <a16:creationId xmlns:a16="http://schemas.microsoft.com/office/drawing/2014/main" id="{07DCDEE6-1DF7-4940-92F3-F0CE3441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069" y="6003956"/>
            <a:ext cx="44148" cy="41499"/>
          </a:xfrm>
          <a:custGeom xmlns:a="http://schemas.openxmlformats.org/drawingml/2006/main">
            <a:pathLst>
              <a:path w="44148" h="41499">
                <a:moveTo>
                  <a:pt x="44148" y="20750"/>
                </a:moveTo>
                <a:lnTo>
                  <a:pt x="0" y="414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82" name="arrowhead-382">
            <a:extLst xmlns:a="http://schemas.openxmlformats.org/drawingml/2006/main">
              <a:ext uri="{FF2B5EF4-FFF2-40B4-BE49-F238E27FC236}">
                <a16:creationId xmlns:a16="http://schemas.microsoft.com/office/drawing/2014/main" id="{764A7EEE-EF8A-44F7-9E03-F091D035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639" y="6003956"/>
            <a:ext cx="44148" cy="41499"/>
          </a:xfrm>
          <a:custGeom xmlns:a="http://schemas.openxmlformats.org/drawingml/2006/main">
            <a:pathLst>
              <a:path w="44148" h="41499">
                <a:moveTo>
                  <a:pt x="0" y="20750"/>
                </a:moveTo>
                <a:lnTo>
                  <a:pt x="44148" y="0"/>
                </a:lnTo>
                <a:lnTo>
                  <a:pt x="44148" y="41499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83" name="text-26 Da-383">
            <a:extLst xmlns:a="http://schemas.openxmlformats.org/drawingml/2006/main">
              <a:ext uri="{FF2B5EF4-FFF2-40B4-BE49-F238E27FC236}">
                <a16:creationId xmlns:a16="http://schemas.microsoft.com/office/drawing/2014/main" id="{B320CAC7-9B3C-4E08-A195-DD09E1ED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4193" y="6170886"/>
            <a:ext cx="289417" cy="10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3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3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773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26 Da</a:t>
            </a:r>
          </a:p>
        </p:txBody>
      </p:sp>
      <p:sp>
        <p:nvSpPr>
          <p:cNvPr id="384" name="text-26 Da-384">
            <a:extLst xmlns:a="http://schemas.openxmlformats.org/drawingml/2006/main">
              <a:ext uri="{FF2B5EF4-FFF2-40B4-BE49-F238E27FC236}">
                <a16:creationId xmlns:a16="http://schemas.microsoft.com/office/drawing/2014/main" id="{A2133094-EEF4-4E8B-A282-4C1895C3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1673" y="6082589"/>
            <a:ext cx="289417" cy="10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3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3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773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26 Da</a:t>
            </a:r>
          </a:p>
        </p:txBody>
      </p:sp>
      <p:sp>
        <p:nvSpPr>
          <p:cNvPr id="385" name="text-Lipid C=C isomer ID &amp; quantitation-385">
            <a:extLst xmlns:a="http://schemas.openxmlformats.org/drawingml/2006/main">
              <a:ext uri="{FF2B5EF4-FFF2-40B4-BE49-F238E27FC236}">
                <a16:creationId xmlns:a16="http://schemas.microsoft.com/office/drawing/2014/main" id="{19D22412-A435-4410-A102-E9D98BF0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7213" y="5432136"/>
            <a:ext cx="4561999" cy="164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9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9" b="1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1159" b="1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Lipid C=C isomer ID &amp; quantitation</a:t>
            </a:r>
          </a:p>
        </p:txBody>
      </p:sp>
      <p:sp>
        <p:nvSpPr>
          <p:cNvPr id="386" name="line-386">
            <a:extLst xmlns:a="http://schemas.openxmlformats.org/drawingml/2006/main">
              <a:ext uri="{FF2B5EF4-FFF2-40B4-BE49-F238E27FC236}">
                <a16:creationId xmlns:a16="http://schemas.microsoft.com/office/drawing/2014/main" id="{B0C03A61-1FC9-4B64-B655-9DD60991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628" y="6353366"/>
            <a:ext cx="1638395" cy="191"/>
          </a:xfrm>
          <a:custGeom xmlns:a="http://schemas.openxmlformats.org/drawingml/2006/main">
            <a:pathLst>
              <a:path w="1638395" h="191">
                <a:moveTo>
                  <a:pt x="0" y="0"/>
                </a:moveTo>
                <a:lnTo>
                  <a:pt x="16383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11">
            <a:solidFill>
              <a:srgbClr val="384148"/>
            </a:solidFill>
            <a:prstDash val="solid"/>
          </a:ln>
        </p:spPr>
      </p:sp>
      <p:sp>
        <p:nvSpPr>
          <p:cNvPr id="387" name="arrowhead-387">
            <a:extLst xmlns:a="http://schemas.openxmlformats.org/drawingml/2006/main">
              <a:ext uri="{FF2B5EF4-FFF2-40B4-BE49-F238E27FC236}">
                <a16:creationId xmlns:a16="http://schemas.microsoft.com/office/drawing/2014/main" id="{6C2C981F-577A-4F4F-834C-84E26B9B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970" y="6330310"/>
            <a:ext cx="49054" cy="46111"/>
          </a:xfrm>
          <a:custGeom xmlns:a="http://schemas.openxmlformats.org/drawingml/2006/main">
            <a:pathLst>
              <a:path w="49054" h="46111">
                <a:moveTo>
                  <a:pt x="49054" y="23055"/>
                </a:moveTo>
                <a:lnTo>
                  <a:pt x="0" y="461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88" name="line-388">
            <a:extLst xmlns:a="http://schemas.openxmlformats.org/drawingml/2006/main">
              <a:ext uri="{FF2B5EF4-FFF2-40B4-BE49-F238E27FC236}">
                <a16:creationId xmlns:a16="http://schemas.microsoft.com/office/drawing/2014/main" id="{BBA1733D-1F71-4F20-8DD2-D92FA2F2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628" y="5632275"/>
            <a:ext cx="191" cy="721090"/>
          </a:xfrm>
          <a:custGeom xmlns:a="http://schemas.openxmlformats.org/drawingml/2006/main">
            <a:pathLst>
              <a:path w="191" h="721090">
                <a:moveTo>
                  <a:pt x="0" y="7210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11">
            <a:solidFill>
              <a:srgbClr val="384148"/>
            </a:solidFill>
            <a:prstDash val="solid"/>
          </a:ln>
        </p:spPr>
      </p:sp>
      <p:sp>
        <p:nvSpPr>
          <p:cNvPr id="389" name="arrowhead-389">
            <a:extLst xmlns:a="http://schemas.openxmlformats.org/drawingml/2006/main">
              <a:ext uri="{FF2B5EF4-FFF2-40B4-BE49-F238E27FC236}">
                <a16:creationId xmlns:a16="http://schemas.microsoft.com/office/drawing/2014/main" id="{CCEDADFC-4DD1-4342-8191-D03A2137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573" y="5632275"/>
            <a:ext cx="46111" cy="49054"/>
          </a:xfrm>
          <a:custGeom xmlns:a="http://schemas.openxmlformats.org/drawingml/2006/main">
            <a:pathLst>
              <a:path w="46111" h="49054">
                <a:moveTo>
                  <a:pt x="23055" y="0"/>
                </a:moveTo>
                <a:lnTo>
                  <a:pt x="46111" y="49054"/>
                </a:lnTo>
                <a:lnTo>
                  <a:pt x="0" y="49054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90" name="text-µM-390">
            <a:extLst xmlns:a="http://schemas.openxmlformats.org/drawingml/2006/main">
              <a:ext uri="{FF2B5EF4-FFF2-40B4-BE49-F238E27FC236}">
                <a16:creationId xmlns:a16="http://schemas.microsoft.com/office/drawing/2014/main" id="{1AC58D17-9CD9-43B0-9239-C258C953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890" y="5929934"/>
            <a:ext cx="127344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µM</a:t>
            </a:r>
          </a:p>
        </p:txBody>
      </p:sp>
      <p:sp>
        <p:nvSpPr>
          <p:cNvPr id="391" name="shape-391">
            <a:extLst xmlns:a="http://schemas.openxmlformats.org/drawingml/2006/main">
              <a:ext uri="{FF2B5EF4-FFF2-40B4-BE49-F238E27FC236}">
                <a16:creationId xmlns:a16="http://schemas.microsoft.com/office/drawing/2014/main" id="{1510E204-0F67-48C0-8101-75515452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437" y="6063948"/>
            <a:ext cx="220742" cy="2894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068"/>
          </a:solidFill>
          <a:ln xmlns:a="http://schemas.openxmlformats.org/drawingml/2006/main" w="0">
            <a:noFill/>
          </a:ln>
        </p:spPr>
      </p:sp>
      <p:sp>
        <p:nvSpPr>
          <p:cNvPr id="392" name="shape-392">
            <a:extLst xmlns:a="http://schemas.openxmlformats.org/drawingml/2006/main">
              <a:ext uri="{FF2B5EF4-FFF2-40B4-BE49-F238E27FC236}">
                <a16:creationId xmlns:a16="http://schemas.microsoft.com/office/drawing/2014/main" id="{FC58D3FB-06E9-46AA-A873-D637E03E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473" y="5813774"/>
            <a:ext cx="220742" cy="5395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5034"/>
          </a:solidFill>
          <a:ln xmlns:a="http://schemas.openxmlformats.org/drawingml/2006/main" w="0">
            <a:noFill/>
          </a:ln>
        </p:spPr>
      </p:sp>
      <p:sp>
        <p:nvSpPr>
          <p:cNvPr id="393" name="text-Δm-393">
            <a:extLst xmlns:a="http://schemas.openxmlformats.org/drawingml/2006/main">
              <a:ext uri="{FF2B5EF4-FFF2-40B4-BE49-F238E27FC236}">
                <a16:creationId xmlns:a16="http://schemas.microsoft.com/office/drawing/2014/main" id="{78DF4550-8052-4EFF-BDE3-CAED110F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9577" y="5898343"/>
            <a:ext cx="121555" cy="11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1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1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11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Δm</a:t>
            </a:r>
          </a:p>
        </p:txBody>
      </p:sp>
      <p:sp>
        <p:nvSpPr>
          <p:cNvPr id="394" name="text-Δn-394">
            <a:extLst xmlns:a="http://schemas.openxmlformats.org/drawingml/2006/main">
              <a:ext uri="{FF2B5EF4-FFF2-40B4-BE49-F238E27FC236}">
                <a16:creationId xmlns:a16="http://schemas.microsoft.com/office/drawing/2014/main" id="{3CAFE837-F32A-4BB7-947B-CEC14D34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6519" y="5653074"/>
            <a:ext cx="121555" cy="11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1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1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11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Δn</a:t>
            </a:r>
          </a:p>
        </p:txBody>
      </p:sp>
      <p:sp>
        <p:nvSpPr>
          <p:cNvPr id="395" name="text-A-395">
            <a:extLst xmlns:a="http://schemas.openxmlformats.org/drawingml/2006/main">
              <a:ext uri="{FF2B5EF4-FFF2-40B4-BE49-F238E27FC236}">
                <a16:creationId xmlns:a16="http://schemas.microsoft.com/office/drawing/2014/main" id="{B1CD7D88-4349-4510-A88F-68382311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1301" y="6407913"/>
            <a:ext cx="98108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88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88" b="1" i="0">
                <a:solidFill>
                  <a:srgbClr val="0B7068"/>
                </a:solidFill>
                <a:latin typeface="Arial"/>
                <a:ea typeface="Arial"/>
                <a:cs typeface="Arial"/>
              </a:defRPr>
            </a:pPr>
            <a:r>
              <a:rPr sz="888" b="1" i="0">
                <a:solidFill>
                  <a:srgbClr val="0B706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96" name="text-B-396">
            <a:extLst xmlns:a="http://schemas.openxmlformats.org/drawingml/2006/main">
              <a:ext uri="{FF2B5EF4-FFF2-40B4-BE49-F238E27FC236}">
                <a16:creationId xmlns:a16="http://schemas.microsoft.com/office/drawing/2014/main" id="{C425107C-FE09-4C5D-BE94-092BEDFB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3338" y="6407913"/>
            <a:ext cx="98108" cy="126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88" b="1" i="0">
                <a:solidFill>
                  <a:srgbClr val="D64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88" b="1" i="0">
                <a:solidFill>
                  <a:srgbClr val="D64F32"/>
                </a:solidFill>
                <a:latin typeface="Arial"/>
                <a:ea typeface="Arial"/>
                <a:cs typeface="Arial"/>
              </a:defRPr>
            </a:pPr>
            <a:r>
              <a:rPr sz="888" b="1" i="0">
                <a:solidFill>
                  <a:srgbClr val="D64F3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97" name="line-397">
            <a:extLst xmlns:a="http://schemas.openxmlformats.org/drawingml/2006/main">
              <a:ext uri="{FF2B5EF4-FFF2-40B4-BE49-F238E27FC236}">
                <a16:creationId xmlns:a16="http://schemas.microsoft.com/office/drawing/2014/main" id="{92B1D6DD-57E0-49A1-A226-60F3DA5F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819" y="5990368"/>
            <a:ext cx="269796" cy="191"/>
          </a:xfrm>
          <a:custGeom xmlns:a="http://schemas.openxmlformats.org/drawingml/2006/main">
            <a:pathLst>
              <a:path w="269796" h="191">
                <a:moveTo>
                  <a:pt x="26979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78">
            <a:solidFill>
              <a:srgbClr val="384148"/>
            </a:solidFill>
            <a:prstDash val="solid"/>
          </a:ln>
        </p:spPr>
      </p:sp>
      <p:sp>
        <p:nvSpPr>
          <p:cNvPr id="398" name="arrowhead-398">
            <a:extLst xmlns:a="http://schemas.openxmlformats.org/drawingml/2006/main">
              <a:ext uri="{FF2B5EF4-FFF2-40B4-BE49-F238E27FC236}">
                <a16:creationId xmlns:a16="http://schemas.microsoft.com/office/drawing/2014/main" id="{E1030869-0671-4BC0-9E42-694E71EE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819" y="5951174"/>
            <a:ext cx="83391" cy="78388"/>
          </a:xfrm>
          <a:custGeom xmlns:a="http://schemas.openxmlformats.org/drawingml/2006/main">
            <a:pathLst>
              <a:path w="83391" h="78388">
                <a:moveTo>
                  <a:pt x="0" y="39194"/>
                </a:moveTo>
                <a:lnTo>
                  <a:pt x="83391" y="0"/>
                </a:lnTo>
                <a:lnTo>
                  <a:pt x="83391" y="78388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399" name="line-399">
            <a:extLst xmlns:a="http://schemas.openxmlformats.org/drawingml/2006/main">
              <a:ext uri="{FF2B5EF4-FFF2-40B4-BE49-F238E27FC236}">
                <a16:creationId xmlns:a16="http://schemas.microsoft.com/office/drawing/2014/main" id="{9AA9B467-3B82-444E-84F6-227D8E37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937" y="5990368"/>
            <a:ext cx="250174" cy="191"/>
          </a:xfrm>
          <a:custGeom xmlns:a="http://schemas.openxmlformats.org/drawingml/2006/main">
            <a:pathLst>
              <a:path w="250174" h="191">
                <a:moveTo>
                  <a:pt x="25017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78">
            <a:solidFill>
              <a:srgbClr val="384148"/>
            </a:solidFill>
            <a:prstDash val="solid"/>
          </a:ln>
        </p:spPr>
      </p:sp>
      <p:sp>
        <p:nvSpPr>
          <p:cNvPr id="400" name="arrowhead-400">
            <a:extLst xmlns:a="http://schemas.openxmlformats.org/drawingml/2006/main">
              <a:ext uri="{FF2B5EF4-FFF2-40B4-BE49-F238E27FC236}">
                <a16:creationId xmlns:a16="http://schemas.microsoft.com/office/drawing/2014/main" id="{98511C85-4D4C-408C-BB21-0735B4F8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937" y="5951174"/>
            <a:ext cx="83391" cy="78388"/>
          </a:xfrm>
          <a:custGeom xmlns:a="http://schemas.openxmlformats.org/drawingml/2006/main">
            <a:pathLst>
              <a:path w="83391" h="78388">
                <a:moveTo>
                  <a:pt x="0" y="39194"/>
                </a:moveTo>
                <a:lnTo>
                  <a:pt x="83391" y="0"/>
                </a:lnTo>
                <a:lnTo>
                  <a:pt x="83391" y="78388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401" name="line-401">
            <a:extLst xmlns:a="http://schemas.openxmlformats.org/drawingml/2006/main">
              <a:ext uri="{FF2B5EF4-FFF2-40B4-BE49-F238E27FC236}">
                <a16:creationId xmlns:a16="http://schemas.microsoft.com/office/drawing/2014/main" id="{F5133DE8-05AC-4EA2-B747-E767E910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703" y="6353366"/>
            <a:ext cx="1226344" cy="191"/>
          </a:xfrm>
          <a:custGeom xmlns:a="http://schemas.openxmlformats.org/drawingml/2006/main">
            <a:pathLst>
              <a:path w="1226344" h="191">
                <a:moveTo>
                  <a:pt x="0" y="0"/>
                </a:moveTo>
                <a:lnTo>
                  <a:pt x="12263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320">
            <a:solidFill>
              <a:srgbClr val="384148"/>
            </a:solidFill>
            <a:prstDash val="solid"/>
          </a:ln>
        </p:spPr>
      </p:sp>
      <p:sp>
        <p:nvSpPr>
          <p:cNvPr id="402" name="arrowhead-402">
            <a:extLst xmlns:a="http://schemas.openxmlformats.org/drawingml/2006/main">
              <a:ext uri="{FF2B5EF4-FFF2-40B4-BE49-F238E27FC236}">
                <a16:creationId xmlns:a16="http://schemas.microsoft.com/office/drawing/2014/main" id="{C82C0DFD-D1BF-4FED-99B6-52474051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93" y="6330310"/>
            <a:ext cx="49054" cy="46111"/>
          </a:xfrm>
          <a:custGeom xmlns:a="http://schemas.openxmlformats.org/drawingml/2006/main">
            <a:pathLst>
              <a:path w="49054" h="46111">
                <a:moveTo>
                  <a:pt x="49054" y="23055"/>
                </a:moveTo>
                <a:lnTo>
                  <a:pt x="0" y="461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403" name="line-403">
            <a:extLst xmlns:a="http://schemas.openxmlformats.org/drawingml/2006/main">
              <a:ext uri="{FF2B5EF4-FFF2-40B4-BE49-F238E27FC236}">
                <a16:creationId xmlns:a16="http://schemas.microsoft.com/office/drawing/2014/main" id="{9839CA96-D5E9-43B5-961D-1DAA932C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703" y="5612654"/>
            <a:ext cx="191" cy="740712"/>
          </a:xfrm>
          <a:custGeom xmlns:a="http://schemas.openxmlformats.org/drawingml/2006/main">
            <a:pathLst>
              <a:path w="191" h="740712">
                <a:moveTo>
                  <a:pt x="0" y="74071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320">
            <a:solidFill>
              <a:srgbClr val="384148"/>
            </a:solidFill>
            <a:prstDash val="solid"/>
          </a:ln>
        </p:spPr>
      </p:sp>
      <p:sp>
        <p:nvSpPr>
          <p:cNvPr id="404" name="arrowhead-404">
            <a:extLst xmlns:a="http://schemas.openxmlformats.org/drawingml/2006/main">
              <a:ext uri="{FF2B5EF4-FFF2-40B4-BE49-F238E27FC236}">
                <a16:creationId xmlns:a16="http://schemas.microsoft.com/office/drawing/2014/main" id="{4DF9F241-A26D-4D83-9BC1-E02A3241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647" y="5612654"/>
            <a:ext cx="46111" cy="49054"/>
          </a:xfrm>
          <a:custGeom xmlns:a="http://schemas.openxmlformats.org/drawingml/2006/main">
            <a:pathLst>
              <a:path w="46111" h="49054">
                <a:moveTo>
                  <a:pt x="23055" y="0"/>
                </a:moveTo>
                <a:lnTo>
                  <a:pt x="46111" y="49054"/>
                </a:lnTo>
                <a:lnTo>
                  <a:pt x="0" y="49054"/>
                </a:lnTo>
                <a:close/>
              </a:path>
            </a:pathLst>
          </a:custGeom>
          <a:solidFill xmlns:a="http://schemas.openxmlformats.org/drawingml/2006/main">
            <a:srgbClr val="384148"/>
          </a:solidFill>
          <a:ln xmlns:a="http://schemas.openxmlformats.org/drawingml/2006/main" w="0">
            <a:solidFill>
              <a:srgbClr val="384148"/>
            </a:solidFill>
          </a:ln>
        </p:spPr>
      </p:sp>
      <p:sp>
        <p:nvSpPr>
          <p:cNvPr id="405" name="line-405">
            <a:extLst xmlns:a="http://schemas.openxmlformats.org/drawingml/2006/main">
              <a:ext uri="{FF2B5EF4-FFF2-40B4-BE49-F238E27FC236}">
                <a16:creationId xmlns:a16="http://schemas.microsoft.com/office/drawing/2014/main" id="{318251DB-3AA9-4F50-90EB-EC87B4FD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094" y="5646992"/>
            <a:ext cx="1025223" cy="618077"/>
          </a:xfrm>
          <a:custGeom xmlns:a="http://schemas.openxmlformats.org/drawingml/2006/main">
            <a:pathLst>
              <a:path w="1025223" h="618077">
                <a:moveTo>
                  <a:pt x="0" y="618077"/>
                </a:moveTo>
                <a:lnTo>
                  <a:pt x="1025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320">
            <a:solidFill>
              <a:srgbClr val="384148"/>
            </a:solidFill>
            <a:prstDash val="solid"/>
          </a:ln>
        </p:spPr>
      </p:sp>
      <p:sp>
        <p:nvSpPr>
          <p:cNvPr id="406" name="shape-406">
            <a:extLst xmlns:a="http://schemas.openxmlformats.org/drawingml/2006/main">
              <a:ext uri="{FF2B5EF4-FFF2-40B4-BE49-F238E27FC236}">
                <a16:creationId xmlns:a16="http://schemas.microsoft.com/office/drawing/2014/main" id="{130E9CB1-C1DA-4FFF-BD9D-C4D40D37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17" y="6189035"/>
            <a:ext cx="44148" cy="44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4148"/>
          </a:solidFill>
          <a:ln xmlns:a="http://schemas.openxmlformats.org/drawingml/2006/main" w="0">
            <a:noFill/>
          </a:ln>
        </p:spPr>
      </p:sp>
      <p:sp>
        <p:nvSpPr>
          <p:cNvPr id="407" name="shape-407">
            <a:extLst xmlns:a="http://schemas.openxmlformats.org/drawingml/2006/main">
              <a:ext uri="{FF2B5EF4-FFF2-40B4-BE49-F238E27FC236}">
                <a16:creationId xmlns:a16="http://schemas.microsoft.com/office/drawing/2014/main" id="{0E0D88D2-E910-4A75-A26E-2E6DDACA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491" y="6041874"/>
            <a:ext cx="44148" cy="44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4148"/>
          </a:solidFill>
          <a:ln xmlns:a="http://schemas.openxmlformats.org/drawingml/2006/main" w="0">
            <a:noFill/>
          </a:ln>
        </p:spPr>
      </p:sp>
      <p:sp>
        <p:nvSpPr>
          <p:cNvPr id="408" name="shape-408">
            <a:extLst xmlns:a="http://schemas.openxmlformats.org/drawingml/2006/main">
              <a:ext uri="{FF2B5EF4-FFF2-40B4-BE49-F238E27FC236}">
                <a16:creationId xmlns:a16="http://schemas.microsoft.com/office/drawing/2014/main" id="{7011F230-0405-42A4-8F86-45270B92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476" y="5879997"/>
            <a:ext cx="44148" cy="44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4148"/>
          </a:solidFill>
          <a:ln xmlns:a="http://schemas.openxmlformats.org/drawingml/2006/main" w="0">
            <a:noFill/>
          </a:ln>
        </p:spPr>
      </p:sp>
      <p:sp>
        <p:nvSpPr>
          <p:cNvPr id="409" name="shape-409">
            <a:extLst xmlns:a="http://schemas.openxmlformats.org/drawingml/2006/main">
              <a:ext uri="{FF2B5EF4-FFF2-40B4-BE49-F238E27FC236}">
                <a16:creationId xmlns:a16="http://schemas.microsoft.com/office/drawing/2014/main" id="{6CE0649F-C376-4601-9333-041A9D18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798" y="5698498"/>
            <a:ext cx="44148" cy="44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4148"/>
          </a:solidFill>
          <a:ln xmlns:a="http://schemas.openxmlformats.org/drawingml/2006/main" w="0">
            <a:noFill/>
          </a:ln>
        </p:spPr>
      </p:sp>
      <p:sp>
        <p:nvSpPr>
          <p:cNvPr id="410" name="text-C-410">
            <a:extLst xmlns:a="http://schemas.openxmlformats.org/drawingml/2006/main">
              <a:ext uri="{FF2B5EF4-FFF2-40B4-BE49-F238E27FC236}">
                <a16:creationId xmlns:a16="http://schemas.microsoft.com/office/drawing/2014/main" id="{CB7360E5-3AE3-444D-896B-43ECE478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7524" y="6435187"/>
            <a:ext cx="98108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11" name="text-A-411">
            <a:extLst xmlns:a="http://schemas.openxmlformats.org/drawingml/2006/main">
              <a:ext uri="{FF2B5EF4-FFF2-40B4-BE49-F238E27FC236}">
                <a16:creationId xmlns:a16="http://schemas.microsoft.com/office/drawing/2014/main" id="{2BE27B75-5D0D-4DDB-9747-F04D69F6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6389" y="6488754"/>
            <a:ext cx="98108" cy="8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79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79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79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12" name="text-/-412">
            <a:extLst xmlns:a="http://schemas.openxmlformats.org/drawingml/2006/main">
              <a:ext uri="{FF2B5EF4-FFF2-40B4-BE49-F238E27FC236}">
                <a16:creationId xmlns:a16="http://schemas.microsoft.com/office/drawing/2014/main" id="{71E9F070-7452-473E-8DB9-7D232A04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4307" y="6435187"/>
            <a:ext cx="98108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413" name="text-C-413">
            <a:extLst xmlns:a="http://schemas.openxmlformats.org/drawingml/2006/main">
              <a:ext uri="{FF2B5EF4-FFF2-40B4-BE49-F238E27FC236}">
                <a16:creationId xmlns:a16="http://schemas.microsoft.com/office/drawing/2014/main" id="{A2CDA672-C1CB-478D-80FC-F0999CBA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847" y="6435187"/>
            <a:ext cx="98108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14" name="text-B-414">
            <a:extLst xmlns:a="http://schemas.openxmlformats.org/drawingml/2006/main">
              <a:ext uri="{FF2B5EF4-FFF2-40B4-BE49-F238E27FC236}">
                <a16:creationId xmlns:a16="http://schemas.microsoft.com/office/drawing/2014/main" id="{F0C2AB4D-A7C9-4448-8042-D99003FD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0711" y="6488754"/>
            <a:ext cx="98108" cy="8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79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79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79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15" name="line-415">
            <a:extLst xmlns:a="http://schemas.openxmlformats.org/drawingml/2006/main">
              <a:ext uri="{FF2B5EF4-FFF2-40B4-BE49-F238E27FC236}">
                <a16:creationId xmlns:a16="http://schemas.microsoft.com/office/drawing/2014/main" id="{0BDEE5EA-F8AD-480B-832C-B7A6FE4A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357" y="5946219"/>
            <a:ext cx="637699" cy="191"/>
          </a:xfrm>
          <a:custGeom xmlns:a="http://schemas.openxmlformats.org/drawingml/2006/main">
            <a:pathLst>
              <a:path w="637699" h="191">
                <a:moveTo>
                  <a:pt x="0" y="0"/>
                </a:moveTo>
                <a:lnTo>
                  <a:pt x="6376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868">
            <a:solidFill>
              <a:srgbClr val="384148"/>
            </a:solidFill>
            <a:prstDash val="solid"/>
          </a:ln>
        </p:spPr>
      </p:sp>
      <p:sp>
        <p:nvSpPr>
          <p:cNvPr id="416" name="text-I-416">
            <a:extLst xmlns:a="http://schemas.openxmlformats.org/drawingml/2006/main">
              <a:ext uri="{FF2B5EF4-FFF2-40B4-BE49-F238E27FC236}">
                <a16:creationId xmlns:a16="http://schemas.microsoft.com/office/drawing/2014/main" id="{4467E579-F829-4729-9357-E9447D24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2505" y="5787678"/>
            <a:ext cx="58865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17" name="text-m1-417">
            <a:extLst xmlns:a="http://schemas.openxmlformats.org/drawingml/2006/main">
              <a:ext uri="{FF2B5EF4-FFF2-40B4-BE49-F238E27FC236}">
                <a16:creationId xmlns:a16="http://schemas.microsoft.com/office/drawing/2014/main" id="{165F7883-22EE-456B-9D16-5A5EE445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74" y="5851644"/>
            <a:ext cx="171688" cy="71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02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02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02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418" name="text-+-418">
            <a:extLst xmlns:a="http://schemas.openxmlformats.org/drawingml/2006/main">
              <a:ext uri="{FF2B5EF4-FFF2-40B4-BE49-F238E27FC236}">
                <a16:creationId xmlns:a16="http://schemas.microsoft.com/office/drawing/2014/main" id="{7ACA628B-4D8C-44FE-91D0-AEEB18A3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193" y="5792583"/>
            <a:ext cx="98108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19" name="text-I-419">
            <a:extLst xmlns:a="http://schemas.openxmlformats.org/drawingml/2006/main">
              <a:ext uri="{FF2B5EF4-FFF2-40B4-BE49-F238E27FC236}">
                <a16:creationId xmlns:a16="http://schemas.microsoft.com/office/drawing/2014/main" id="{003C1273-35AE-4440-9733-092F9EE9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6638" y="5787678"/>
            <a:ext cx="58865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20" name="text-m2-420">
            <a:extLst xmlns:a="http://schemas.openxmlformats.org/drawingml/2006/main">
              <a:ext uri="{FF2B5EF4-FFF2-40B4-BE49-F238E27FC236}">
                <a16:creationId xmlns:a16="http://schemas.microsoft.com/office/drawing/2014/main" id="{64F09EEA-B469-4907-8787-D8D4E58D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3807" y="5851644"/>
            <a:ext cx="171688" cy="71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02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02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02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421" name="text-I-421">
            <a:extLst xmlns:a="http://schemas.openxmlformats.org/drawingml/2006/main">
              <a:ext uri="{FF2B5EF4-FFF2-40B4-BE49-F238E27FC236}">
                <a16:creationId xmlns:a16="http://schemas.microsoft.com/office/drawing/2014/main" id="{05333AC9-A882-49FC-A36C-75D23C45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2505" y="5983893"/>
            <a:ext cx="58865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22" name="text-n1-422">
            <a:extLst xmlns:a="http://schemas.openxmlformats.org/drawingml/2006/main">
              <a:ext uri="{FF2B5EF4-FFF2-40B4-BE49-F238E27FC236}">
                <a16:creationId xmlns:a16="http://schemas.microsoft.com/office/drawing/2014/main" id="{2A5A934B-56BD-41C1-AEDA-3A707614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74" y="6047859"/>
            <a:ext cx="171688" cy="71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02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02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02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n1</a:t>
            </a:r>
          </a:p>
        </p:txBody>
      </p:sp>
      <p:sp>
        <p:nvSpPr>
          <p:cNvPr id="423" name="text-+-423">
            <a:extLst xmlns:a="http://schemas.openxmlformats.org/drawingml/2006/main">
              <a:ext uri="{FF2B5EF4-FFF2-40B4-BE49-F238E27FC236}">
                <a16:creationId xmlns:a16="http://schemas.microsoft.com/office/drawing/2014/main" id="{A962AB89-9BC4-4AB0-ACA3-339AFABA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193" y="5988798"/>
            <a:ext cx="98108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 i="0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384148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24" name="text-I-424">
            <a:extLst xmlns:a="http://schemas.openxmlformats.org/drawingml/2006/main">
              <a:ext uri="{FF2B5EF4-FFF2-40B4-BE49-F238E27FC236}">
                <a16:creationId xmlns:a16="http://schemas.microsoft.com/office/drawing/2014/main" id="{22D8D3E2-0628-4018-BF85-2DB68C67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6638" y="5983893"/>
            <a:ext cx="58865" cy="12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0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850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25" name="text-n2-425">
            <a:extLst xmlns:a="http://schemas.openxmlformats.org/drawingml/2006/main">
              <a:ext uri="{FF2B5EF4-FFF2-40B4-BE49-F238E27FC236}">
                <a16:creationId xmlns:a16="http://schemas.microsoft.com/office/drawing/2014/main" id="{D6BCCBAE-B2E4-492F-B2D7-0FDD0E66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3807" y="6047859"/>
            <a:ext cx="171688" cy="71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02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02" b="0" i="1">
                <a:solidFill>
                  <a:srgbClr val="384148"/>
                </a:solidFill>
                <a:latin typeface="Arial"/>
                <a:ea typeface="Arial"/>
                <a:cs typeface="Arial"/>
              </a:defRPr>
            </a:pPr>
            <a:r>
              <a:rPr sz="502" b="0" i="1">
                <a:solidFill>
                  <a:srgbClr val="384148"/>
                </a:solidFill>
                <a:latin typeface="Arial"/>
                <a:ea typeface="Arial"/>
                <a:cs typeface="Arial"/>
              </a:rPr>
              <a:t>n2</a:t>
            </a:r>
          </a:p>
        </p:txBody>
      </p:sp>
    </p:spTree>
    <p:extLst>
      <p:ext uri="{BB962C8B-B14F-4D97-AF65-F5344CB8AC3E}">
        <p14:creationId xmlns:p14="http://schemas.microsoft.com/office/powerpoint/2010/main" val="1751376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2026-10-14T05:50:38.8270000Z</dcterms:created>
  <dcterms:modified xsi:type="dcterms:W3CDTF">2026-10-14T05:50:38.8270000Z</dcterms:modified>
</coreProperties>
</file>